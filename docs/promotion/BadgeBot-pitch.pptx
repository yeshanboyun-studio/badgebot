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秒：BadgeBot 是我们给 FoloToy AI Passport 徽章做的开源个性化固件，v1.0.0 已正式发布，语音功能的 v2-voice 分支正在开发。今天讲三件事：用户为什么每天想戴这枚徽章；我们如何在 8MB Flash、无 PSRAM 的硬件上做到；以及我们希望与官方团队和板卡厂商如何合作推流。右侧插画即徽章本体的示意图：240x296 点阵屏、三键、USB-C。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强调“不改硬件”：同一枚徽章，刷入 BadgeBot 即获得完整日常体验。上游是 folotoy/ai-passport，我们保持分区契约兼容。三个数字：v1.0.0 正式发布；8 大功能主题一次刷入；0 依赖——不装 App、不装驱动、电脑上不装任何软件。v2-voice 分支正在开发语音输入。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ESP32-C3 单核 RISC-V 240MHz。8MB Flash、无 PSRAM，意味着所有缓冲都要精打细算——后面有专门一页讲内存纪律。240x296 屏采用 1bpp 点阵 UI，内置 GB2312 一级汉字自制字体。ES8311 同时接扬声器和麦克风，是语音功能的硬件基础。520mAh 电池 + USB-C。OK/上/下三键完成全部交互。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八个功能主题分三层：01-03 是“每天想戴”的身份与陪伴层（名片、二维码、像素宠物）；04-06 是“拿得出手”的效率层（翻页器、提词器、语音麦克风）；07-08 是基础设施（配网门户、脉冲省电）。接下来按这个顺序逐一展开，每个功能都有真实的交互与工程细节。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名片主页常显时间与日期，挂在桌上或胸前就是一块桌牌/工牌。头像、姓名、公司、岗位完整展示。上/下键在三套布局间循环切换：名片、二维码、像素宠物，OK 键确认进入。浅色/深色双主题，中英双语 UI，展会与国际场景都适用。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2x2 四个槽位同屏，每槽可配中文标签：微信、邮箱、主页、代码仓库等。文本二维码在设备端输入文字即可生成，秒级出码；图片则从手机上传，配网门户里有头像裁剪器，先裁后传。四槽独立编辑，展会、名片、社群一格一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成长线：蛋、幼年、少年、成年四个阶段，随使用时间推进。饱食、心情、清洁、精力四维数值随真实时间衰减——注意是真实时间，不是游戏内时间；离线结算封顶 3 天，三天不开机回来状态依然合理，不会“亏空”劝退。睡觉回精力、便便要清理，制造每天看一眼的理由。图中的百分比数值为示意。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进宠物页面，顶部常驻状态条，四个维度一眼读完。清理便便保持清洁，睡觉恢复精力。两个内置小游戏：猜一猜——三扇门里猜对赢心情；快反应——屏幕亮起后 900ms 内按键的反应挑战。两个小游戏都是零额外资源占用的纯逻辑模块，可主机测试。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基于 NimBLE 自实现 HID-over-GATT——ESP-IDF 5.5 没有官方 BLE 键盘例程，这部分完全自己写。徽章以“BadgeBot”名称出现在蓝牙设备列表，配对一次之后电脑开机自动重连。上/下键默认映射 PgUp/PgDn，也可一键切换为左右方向键。与 Wi-Fi 射频互斥：进入翻页器自动挂起 Wi-Fi，释放约 40KB 内存，链路也更稳（详见工程决策页）。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讲稿来自配网门户，三种来源：TXT 文件、粘贴文本、PPTX 备注提取。PPTX 解析完全在手机浏览器完成：纯 JS 读取 ZIP 目录 + DecompressionStream 解压，零依赖、不联网，徽章侧零算力负担。一行等于一段。联动模式下按上/下键，本地段落与电脑幻灯片同步翻动，电脑不装任何软件；自动模式按设定速度滚动。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v2-voice 分支正在开发：按住按键说话，徽章以 16kHz PCM 边录边通过 chunked HTTP 直传电脑后端 tools/badge_voice.py。后端支持三种引擎：echo 回显联调、任意 OpenAI 兼容接口、本地 faster-whisper 离线识别。识别文字直接打进电脑当前窗口，中文可用。设计上徽章侧不碰 TLS——规避设备端验签缺陷；也不碰蓝牙——语音走 Wi-Fi，规避射频互斥。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徽章自己开 SoftAP 热点，每次启动都是随机热点名和随机密码。手机连上后，DNS 劫持加 302 重定向强制弹出门户——无需 App、无需驱动。名片文字与头像（手动裁剪上传）、四张二维码、提词稿管理全部在手机浏览器完成。门户内 180 秒窗口可反复连接补配置，配置期间热点保持开放。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省电是脉冲式的：Wi-Fi 每小时连接 60 秒，在活动窗口内一次性完成校时和数据同步，其余时间深度省电——射频活动占比约 1.7%。520mAh 电池因此可以支撑整天佩戴。图为示意，实际占空比以固件配置为准。音频、存储、网络等慢操作全部放在 worker 任务，UI 线程永远轻载。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ESP32-C3 的蓝牙和 Wi-Fi 共享射频。我们做了显式的射频仲裁层：页面状态机声明当前模式，仲裁器用互斥锁保证同一时刻只有一路占用射频。进入翻页器时自动挂起 Wi-Fi，立刻释放约 40KB 内存，BLE 链路也更稳；退回联网场景时 Wi-Fi 再恢复。这张图是整个无线子系统的骨架。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400KB 片上 SRAM、零 PSRAM，所有缓冲都要精打细算。三条纪律：一、慢操作不进 UI 线程——音频、存储、网络全部在 worker 任务；二、LVGL 全局互斥——非 LVGL 任务访问界面前必须先拿 bsp_lvgl_lock()；三、纯逻辑与硬件解耦——状态机、协议、布局计算不依赖 ESP-IDF 和 LVGL，可以主机测试。图中 40KB 为进入翻页器挂起 Wi-Fi 后的即时释放量，占比仅示意。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时序的确定性是体验关键。徽章开启 SoftAP（随机热点名/密码）；手机连上后，DNS 劫持加 302 重定向强制弹出门户；门户内 180 秒窗口，断开可反复重连，方便慢慢配；保存退出后时钟即时同步。全程无需 App、无需外网——手机连的是徽章自己的热点。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tools/validate.sh 三级门禁：--static 跑仓库检查与主机测试；--firmware 做 ESP-IDF 构建与合并镜像校验；不带参数跑完整门禁。推送 tag 后 GitHub Actions 自动构建并发布带完整固件的 Release。受保护分区契约：3MB 应用上限加 cardid@0x356000，与官方模板硬约束兼容。GB2312 一级汉字 1bpp 自制字体，中文渲染不靠运气。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 FoloToy 官方：BadgeBot 证明同一硬件可以承载“每天想戴”的内容生态——名片、宠物、提词器把设备从演示品变成日用品。对板卡厂商：现成的参考设计与演示故事，翻页器、提词器、无线麦克风都是能当场讲、当场演的卖点。分区契约保证零成本兼容；开源社区持续产出名片模板、宠物皮肤与玩法扩展。我们希望探讨联合推流、开发者激励与更多板型适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v1.0.0 已发布：名片、二维码、像素宠物、翻页器、提词器、配网门户、脉冲省电全部可用。v2-voice 正在开发语音输入：徽章变无线麦克风，文字直打电脑。下一步规划语音 V1 直连：识别上云，摆脱电脑后端。更远期是社区生态与量产适配：模板皮肤共创、更多板型与外壳。欢迎在任何节点加入共建。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收尾：留仓库地址，欢迎星标与共建。重点邀请线下体验：翻页器、提词器与语音输入最具现场感。对官方团队希望探讨联合推流与内容生态；对板卡厂商希望探讨参考设计与量产适配。谢谢。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731520"/>
            <a:ext cx="2788920" cy="5394960"/>
          </a:xfrm>
          <a:prstGeom prst="roundRect">
            <a:avLst>
              <a:gd name="adj" fmla="val 3934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9972" y="1028243"/>
            <a:ext cx="2231136" cy="2697480"/>
          </a:xfrm>
          <a:prstGeom prst="rect">
            <a:avLst/>
          </a:prstGeom>
          <a:solidFill>
            <a:srgbClr val="04070B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52379" y="1462217"/>
            <a:ext cx="153015" cy="153015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Shape 3"/>
          <p:cNvSpPr/>
          <p:nvPr/>
        </p:nvSpPr>
        <p:spPr>
          <a:xfrm>
            <a:off x="9952379" y="1628538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" name="Shape 4"/>
          <p:cNvSpPr/>
          <p:nvPr/>
        </p:nvSpPr>
        <p:spPr>
          <a:xfrm>
            <a:off x="9453416" y="1794859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" name="Shape 5"/>
          <p:cNvSpPr/>
          <p:nvPr/>
        </p:nvSpPr>
        <p:spPr>
          <a:xfrm>
            <a:off x="9619737" y="1794859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" name="Shape 6"/>
          <p:cNvSpPr/>
          <p:nvPr/>
        </p:nvSpPr>
        <p:spPr>
          <a:xfrm>
            <a:off x="9786058" y="1794859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" name="Shape 7"/>
          <p:cNvSpPr/>
          <p:nvPr/>
        </p:nvSpPr>
        <p:spPr>
          <a:xfrm>
            <a:off x="9952379" y="1794859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" name="Shape 8"/>
          <p:cNvSpPr/>
          <p:nvPr/>
        </p:nvSpPr>
        <p:spPr>
          <a:xfrm>
            <a:off x="10118701" y="1794859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10285022" y="1794859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51343" y="1794859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9287095" y="1961180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17664" y="1961180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287095" y="2127501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" name="Shape 14"/>
          <p:cNvSpPr/>
          <p:nvPr/>
        </p:nvSpPr>
        <p:spPr>
          <a:xfrm>
            <a:off x="9619737" y="2127501"/>
            <a:ext cx="153015" cy="15301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6058" y="2127501"/>
            <a:ext cx="153015" cy="15301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18701" y="2127501"/>
            <a:ext cx="153015" cy="15301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85022" y="2127501"/>
            <a:ext cx="153015" cy="15301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17664" y="2127501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7095" y="2293822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" name="Shape 20"/>
          <p:cNvSpPr/>
          <p:nvPr/>
        </p:nvSpPr>
        <p:spPr>
          <a:xfrm>
            <a:off x="9619737" y="2293822"/>
            <a:ext cx="153015" cy="15301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3" name="Shape 21"/>
          <p:cNvSpPr/>
          <p:nvPr/>
        </p:nvSpPr>
        <p:spPr>
          <a:xfrm>
            <a:off x="9786058" y="2293822"/>
            <a:ext cx="153015" cy="15301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18701" y="2293822"/>
            <a:ext cx="153015" cy="15301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85022" y="2293822"/>
            <a:ext cx="153015" cy="15301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17664" y="2293822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" name="Shape 25"/>
          <p:cNvSpPr/>
          <p:nvPr/>
        </p:nvSpPr>
        <p:spPr>
          <a:xfrm>
            <a:off x="9287095" y="2460143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17664" y="2460143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9" name="Shape 27"/>
          <p:cNvSpPr/>
          <p:nvPr/>
        </p:nvSpPr>
        <p:spPr>
          <a:xfrm>
            <a:off x="9287095" y="2626464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0" name="Shape 28"/>
          <p:cNvSpPr/>
          <p:nvPr/>
        </p:nvSpPr>
        <p:spPr>
          <a:xfrm>
            <a:off x="9786058" y="2626464"/>
            <a:ext cx="153015" cy="15301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1" name="Shape 29"/>
          <p:cNvSpPr/>
          <p:nvPr/>
        </p:nvSpPr>
        <p:spPr>
          <a:xfrm>
            <a:off x="9952379" y="2626464"/>
            <a:ext cx="153015" cy="15301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18701" y="2626464"/>
            <a:ext cx="153015" cy="153015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17664" y="2626464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4" name="Shape 32"/>
          <p:cNvSpPr/>
          <p:nvPr/>
        </p:nvSpPr>
        <p:spPr>
          <a:xfrm>
            <a:off x="9287095" y="2792785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17664" y="2792785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6" name="Shape 34"/>
          <p:cNvSpPr/>
          <p:nvPr/>
        </p:nvSpPr>
        <p:spPr>
          <a:xfrm>
            <a:off x="9453416" y="2959106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7" name="Shape 35"/>
          <p:cNvSpPr/>
          <p:nvPr/>
        </p:nvSpPr>
        <p:spPr>
          <a:xfrm>
            <a:off x="9619737" y="2959106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8" name="Shape 36"/>
          <p:cNvSpPr/>
          <p:nvPr/>
        </p:nvSpPr>
        <p:spPr>
          <a:xfrm>
            <a:off x="9786058" y="2959106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9" name="Shape 37"/>
          <p:cNvSpPr/>
          <p:nvPr/>
        </p:nvSpPr>
        <p:spPr>
          <a:xfrm>
            <a:off x="9952379" y="2959106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18701" y="2959106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85022" y="2959106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51343" y="2959106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3" name="Shape 41"/>
          <p:cNvSpPr/>
          <p:nvPr/>
        </p:nvSpPr>
        <p:spPr>
          <a:xfrm>
            <a:off x="9619737" y="3125428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85022" y="3125428"/>
            <a:ext cx="153015" cy="15301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5" name="Shape 43"/>
          <p:cNvSpPr/>
          <p:nvPr/>
        </p:nvSpPr>
        <p:spPr>
          <a:xfrm>
            <a:off x="9870948" y="3968496"/>
            <a:ext cx="151059" cy="151059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46" name="Shape 44"/>
          <p:cNvSpPr/>
          <p:nvPr/>
        </p:nvSpPr>
        <p:spPr>
          <a:xfrm>
            <a:off x="9936785" y="3968496"/>
            <a:ext cx="151059" cy="151059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02622" y="3968496"/>
            <a:ext cx="151059" cy="151059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48" name="Shape 46"/>
          <p:cNvSpPr/>
          <p:nvPr/>
        </p:nvSpPr>
        <p:spPr>
          <a:xfrm>
            <a:off x="10068458" y="3968496"/>
            <a:ext cx="151059" cy="151059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49" name="Shape 47"/>
          <p:cNvSpPr/>
          <p:nvPr/>
        </p:nvSpPr>
        <p:spPr>
          <a:xfrm>
            <a:off x="10134295" y="3968496"/>
            <a:ext cx="151059" cy="151059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50" name="Shape 48"/>
          <p:cNvSpPr/>
          <p:nvPr/>
        </p:nvSpPr>
        <p:spPr>
          <a:xfrm>
            <a:off x="10200132" y="3968496"/>
            <a:ext cx="151059" cy="151059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51" name="Shape 49"/>
          <p:cNvSpPr/>
          <p:nvPr/>
        </p:nvSpPr>
        <p:spPr>
          <a:xfrm>
            <a:off x="9833229" y="4319168"/>
            <a:ext cx="404622" cy="404622"/>
          </a:xfrm>
          <a:prstGeom prst="ellipse">
            <a:avLst/>
          </a:prstGeom>
          <a:solidFill>
            <a:srgbClr val="1F2A38"/>
          </a:solidFill>
          <a:ln w="12700">
            <a:solidFill>
              <a:srgbClr val="2C394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25330" y="4858664"/>
            <a:ext cx="620420" cy="620420"/>
          </a:xfrm>
          <a:prstGeom prst="ellipse">
            <a:avLst/>
          </a:prstGeom>
          <a:solidFill>
            <a:srgbClr val="1F2A3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33229" y="5586984"/>
            <a:ext cx="404622" cy="404622"/>
          </a:xfrm>
          <a:prstGeom prst="ellipse">
            <a:avLst/>
          </a:prstGeom>
          <a:solidFill>
            <a:srgbClr val="1F2A38"/>
          </a:solidFill>
          <a:ln w="12700">
            <a:solidFill>
              <a:srgbClr val="2C394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34372" y="6085332"/>
            <a:ext cx="402336" cy="64008"/>
          </a:xfrm>
          <a:prstGeom prst="roundRect">
            <a:avLst>
              <a:gd name="adj" fmla="val 42857"/>
            </a:avLst>
          </a:prstGeom>
          <a:solidFill>
            <a:srgbClr val="2C3947"/>
          </a:solidFill>
          <a:ln/>
        </p:spPr>
      </p:sp>
      <p:sp>
        <p:nvSpPr>
          <p:cNvPr id="55" name="Shape 53"/>
          <p:cNvSpPr/>
          <p:nvPr/>
        </p:nvSpPr>
        <p:spPr>
          <a:xfrm>
            <a:off x="640080" y="1188720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118872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FoloToy AI Passport · 开源个性化固件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03504" y="178308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EDF3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</a:t>
            </a:r>
            <a:r>
              <a:rPr lang="en-US" sz="6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</a:t>
            </a:r>
            <a:endParaRPr lang="en-US" sz="6600" dirty="0"/>
          </a:p>
        </p:txBody>
      </p:sp>
      <p:sp>
        <p:nvSpPr>
          <p:cNvPr id="58" name="Text 56"/>
          <p:cNvSpPr/>
          <p:nvPr/>
        </p:nvSpPr>
        <p:spPr>
          <a:xfrm>
            <a:off x="640080" y="3108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徽章，成为每天想戴的伙伴</a:t>
            </a:r>
            <a:endParaRPr lang="en-US" sz="2700" dirty="0"/>
          </a:p>
        </p:txBody>
      </p:sp>
      <p:sp>
        <p:nvSpPr>
          <p:cNvPr id="59" name="Text 57"/>
          <p:cNvSpPr/>
          <p:nvPr/>
        </p:nvSpPr>
        <p:spPr>
          <a:xfrm>
            <a:off x="640080" y="38221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电子名片 · 像素宠物 · 蓝牙翻页器 · 提词器 · 语音输入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40080" y="44348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1F2A38"/>
          </a:solidFill>
          <a:ln w="9525">
            <a:solidFill>
              <a:srgbClr val="256B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已发布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560320" y="44348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0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ESP32-C3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480560" y="44348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80560" y="4434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中英双语 UI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40080" y="5715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github.com/YeShanBoYun-Studio/BadgeBot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40080" y="61081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FoloToy 官方团队与开发板厂商的合作推介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 · 项目定位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一句话：给徽章第二次生命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002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给已量产的 AI 徽章，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0080" y="221284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一个每天都想戴上的理由。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0080" y="30632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BadgeBot 是 FoloToy AI Passport 徽章的开源个性化固件——不改硬件，刷入即得一套完整的日常体验：身份展示、桌面陪伴、会议效率工具。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818120" y="1554480"/>
            <a:ext cx="3840480" cy="1371600"/>
          </a:xfrm>
          <a:prstGeom prst="roundRect">
            <a:avLst>
              <a:gd name="adj" fmla="val 4667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17190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v1.0.0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092440" y="23408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正式版本已发布 · 上游模板兼容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818120" y="3127248"/>
            <a:ext cx="3840480" cy="1371600"/>
          </a:xfrm>
          <a:prstGeom prst="roundRect">
            <a:avLst>
              <a:gd name="adj" fmla="val 4667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2440" y="3291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大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092440" y="39136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功能主题，一次刷入全部获得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818120" y="4700016"/>
            <a:ext cx="3840480" cy="1371600"/>
          </a:xfrm>
          <a:prstGeom prst="roundRect">
            <a:avLst>
              <a:gd name="adj" fmla="val 4667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2440" y="48646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8092440" y="5486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额外依赖：App / 驱动 / 电脑软件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" y="6035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仓库：github.com/YeShanBoYun-Studio/BadgeBot（上游 folotoy/ai-passport）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 · 硬件平台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一枚徽章的全部家底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1463040"/>
            <a:ext cx="2286000" cy="4572000"/>
          </a:xfrm>
          <a:prstGeom prst="roundRect">
            <a:avLst>
              <a:gd name="adj" fmla="val 48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3000" y="1714500"/>
            <a:ext cx="1828800" cy="2286000"/>
          </a:xfrm>
          <a:prstGeom prst="rect">
            <a:avLst/>
          </a:prstGeom>
          <a:solidFill>
            <a:srgbClr val="04070B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89236" y="2107692"/>
            <a:ext cx="125422" cy="12542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Shape 11"/>
          <p:cNvSpPr/>
          <p:nvPr/>
        </p:nvSpPr>
        <p:spPr>
          <a:xfrm>
            <a:off x="1989236" y="2244021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" name="Shape 12"/>
          <p:cNvSpPr/>
          <p:nvPr/>
        </p:nvSpPr>
        <p:spPr>
          <a:xfrm>
            <a:off x="1580249" y="2380349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" name="Shape 13"/>
          <p:cNvSpPr/>
          <p:nvPr/>
        </p:nvSpPr>
        <p:spPr>
          <a:xfrm>
            <a:off x="1716578" y="2380349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" name="Shape 14"/>
          <p:cNvSpPr/>
          <p:nvPr/>
        </p:nvSpPr>
        <p:spPr>
          <a:xfrm>
            <a:off x="1852907" y="2380349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8" name="Shape 15"/>
          <p:cNvSpPr/>
          <p:nvPr/>
        </p:nvSpPr>
        <p:spPr>
          <a:xfrm>
            <a:off x="1989236" y="2380349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" name="Shape 16"/>
          <p:cNvSpPr/>
          <p:nvPr/>
        </p:nvSpPr>
        <p:spPr>
          <a:xfrm>
            <a:off x="2125564" y="2380349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" name="Shape 17"/>
          <p:cNvSpPr/>
          <p:nvPr/>
        </p:nvSpPr>
        <p:spPr>
          <a:xfrm>
            <a:off x="2261893" y="2380349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" name="Shape 18"/>
          <p:cNvSpPr/>
          <p:nvPr/>
        </p:nvSpPr>
        <p:spPr>
          <a:xfrm>
            <a:off x="2398222" y="2380349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" name="Shape 19"/>
          <p:cNvSpPr/>
          <p:nvPr/>
        </p:nvSpPr>
        <p:spPr>
          <a:xfrm>
            <a:off x="1443921" y="2516678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" name="Shape 20"/>
          <p:cNvSpPr/>
          <p:nvPr/>
        </p:nvSpPr>
        <p:spPr>
          <a:xfrm>
            <a:off x="2534551" y="2516678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4" name="Shape 21"/>
          <p:cNvSpPr/>
          <p:nvPr/>
        </p:nvSpPr>
        <p:spPr>
          <a:xfrm>
            <a:off x="1443921" y="2653007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5" name="Shape 22"/>
          <p:cNvSpPr/>
          <p:nvPr/>
        </p:nvSpPr>
        <p:spPr>
          <a:xfrm>
            <a:off x="1716578" y="2653007"/>
            <a:ext cx="125422" cy="12542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Shape 23"/>
          <p:cNvSpPr/>
          <p:nvPr/>
        </p:nvSpPr>
        <p:spPr>
          <a:xfrm>
            <a:off x="1852907" y="2653007"/>
            <a:ext cx="125422" cy="12542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7" name="Shape 24"/>
          <p:cNvSpPr/>
          <p:nvPr/>
        </p:nvSpPr>
        <p:spPr>
          <a:xfrm>
            <a:off x="2125564" y="2653007"/>
            <a:ext cx="125422" cy="12542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8" name="Shape 25"/>
          <p:cNvSpPr/>
          <p:nvPr/>
        </p:nvSpPr>
        <p:spPr>
          <a:xfrm>
            <a:off x="2261893" y="2653007"/>
            <a:ext cx="125422" cy="12542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9" name="Shape 26"/>
          <p:cNvSpPr/>
          <p:nvPr/>
        </p:nvSpPr>
        <p:spPr>
          <a:xfrm>
            <a:off x="2534551" y="2653007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0" name="Shape 27"/>
          <p:cNvSpPr/>
          <p:nvPr/>
        </p:nvSpPr>
        <p:spPr>
          <a:xfrm>
            <a:off x="1443921" y="2789336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1" name="Shape 28"/>
          <p:cNvSpPr/>
          <p:nvPr/>
        </p:nvSpPr>
        <p:spPr>
          <a:xfrm>
            <a:off x="1716578" y="2789336"/>
            <a:ext cx="125422" cy="12542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2" name="Shape 29"/>
          <p:cNvSpPr/>
          <p:nvPr/>
        </p:nvSpPr>
        <p:spPr>
          <a:xfrm>
            <a:off x="1852907" y="2789336"/>
            <a:ext cx="125422" cy="12542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3" name="Shape 30"/>
          <p:cNvSpPr/>
          <p:nvPr/>
        </p:nvSpPr>
        <p:spPr>
          <a:xfrm>
            <a:off x="2125564" y="2789336"/>
            <a:ext cx="125422" cy="12542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4" name="Shape 31"/>
          <p:cNvSpPr/>
          <p:nvPr/>
        </p:nvSpPr>
        <p:spPr>
          <a:xfrm>
            <a:off x="2261893" y="2789336"/>
            <a:ext cx="125422" cy="12542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5" name="Shape 32"/>
          <p:cNvSpPr/>
          <p:nvPr/>
        </p:nvSpPr>
        <p:spPr>
          <a:xfrm>
            <a:off x="2534551" y="2789336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6" name="Shape 33"/>
          <p:cNvSpPr/>
          <p:nvPr/>
        </p:nvSpPr>
        <p:spPr>
          <a:xfrm>
            <a:off x="1443921" y="2925664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7" name="Shape 34"/>
          <p:cNvSpPr/>
          <p:nvPr/>
        </p:nvSpPr>
        <p:spPr>
          <a:xfrm>
            <a:off x="2534551" y="2925664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8" name="Shape 35"/>
          <p:cNvSpPr/>
          <p:nvPr/>
        </p:nvSpPr>
        <p:spPr>
          <a:xfrm>
            <a:off x="1443921" y="3061993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9" name="Shape 36"/>
          <p:cNvSpPr/>
          <p:nvPr/>
        </p:nvSpPr>
        <p:spPr>
          <a:xfrm>
            <a:off x="1852907" y="3061993"/>
            <a:ext cx="125422" cy="12542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0" name="Shape 37"/>
          <p:cNvSpPr/>
          <p:nvPr/>
        </p:nvSpPr>
        <p:spPr>
          <a:xfrm>
            <a:off x="1989236" y="3061993"/>
            <a:ext cx="125422" cy="12542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1" name="Shape 38"/>
          <p:cNvSpPr/>
          <p:nvPr/>
        </p:nvSpPr>
        <p:spPr>
          <a:xfrm>
            <a:off x="2125564" y="3061993"/>
            <a:ext cx="125422" cy="12542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2" name="Shape 39"/>
          <p:cNvSpPr/>
          <p:nvPr/>
        </p:nvSpPr>
        <p:spPr>
          <a:xfrm>
            <a:off x="2534551" y="3061993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3" name="Shape 40"/>
          <p:cNvSpPr/>
          <p:nvPr/>
        </p:nvSpPr>
        <p:spPr>
          <a:xfrm>
            <a:off x="1443921" y="3198322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4" name="Shape 41"/>
          <p:cNvSpPr/>
          <p:nvPr/>
        </p:nvSpPr>
        <p:spPr>
          <a:xfrm>
            <a:off x="2534551" y="3198322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5" name="Shape 42"/>
          <p:cNvSpPr/>
          <p:nvPr/>
        </p:nvSpPr>
        <p:spPr>
          <a:xfrm>
            <a:off x="1580249" y="3334651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6" name="Shape 43"/>
          <p:cNvSpPr/>
          <p:nvPr/>
        </p:nvSpPr>
        <p:spPr>
          <a:xfrm>
            <a:off x="1716578" y="3334651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7" name="Shape 44"/>
          <p:cNvSpPr/>
          <p:nvPr/>
        </p:nvSpPr>
        <p:spPr>
          <a:xfrm>
            <a:off x="1852907" y="3334651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8" name="Shape 45"/>
          <p:cNvSpPr/>
          <p:nvPr/>
        </p:nvSpPr>
        <p:spPr>
          <a:xfrm>
            <a:off x="1989236" y="3334651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9" name="Shape 46"/>
          <p:cNvSpPr/>
          <p:nvPr/>
        </p:nvSpPr>
        <p:spPr>
          <a:xfrm>
            <a:off x="2125564" y="3334651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0" name="Shape 47"/>
          <p:cNvSpPr/>
          <p:nvPr/>
        </p:nvSpPr>
        <p:spPr>
          <a:xfrm>
            <a:off x="2261893" y="3334651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1" name="Shape 48"/>
          <p:cNvSpPr/>
          <p:nvPr/>
        </p:nvSpPr>
        <p:spPr>
          <a:xfrm>
            <a:off x="2398222" y="3334651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2" name="Shape 49"/>
          <p:cNvSpPr/>
          <p:nvPr/>
        </p:nvSpPr>
        <p:spPr>
          <a:xfrm>
            <a:off x="1716578" y="3470979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3" name="Shape 50"/>
          <p:cNvSpPr/>
          <p:nvPr/>
        </p:nvSpPr>
        <p:spPr>
          <a:xfrm>
            <a:off x="2261893" y="3470979"/>
            <a:ext cx="125422" cy="125422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4" name="Shape 51"/>
          <p:cNvSpPr/>
          <p:nvPr/>
        </p:nvSpPr>
        <p:spPr>
          <a:xfrm>
            <a:off x="1892808" y="4206240"/>
            <a:ext cx="128016" cy="128016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55" name="Shape 52"/>
          <p:cNvSpPr/>
          <p:nvPr/>
        </p:nvSpPr>
        <p:spPr>
          <a:xfrm>
            <a:off x="1958645" y="4206240"/>
            <a:ext cx="128016" cy="128016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56" name="Shape 53"/>
          <p:cNvSpPr/>
          <p:nvPr/>
        </p:nvSpPr>
        <p:spPr>
          <a:xfrm>
            <a:off x="2024482" y="4206240"/>
            <a:ext cx="128016" cy="128016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57" name="Shape 54"/>
          <p:cNvSpPr/>
          <p:nvPr/>
        </p:nvSpPr>
        <p:spPr>
          <a:xfrm>
            <a:off x="2090318" y="4206240"/>
            <a:ext cx="128016" cy="128016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58" name="Shape 55"/>
          <p:cNvSpPr/>
          <p:nvPr/>
        </p:nvSpPr>
        <p:spPr>
          <a:xfrm>
            <a:off x="2156155" y="4206240"/>
            <a:ext cx="128016" cy="128016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59" name="Shape 56"/>
          <p:cNvSpPr/>
          <p:nvPr/>
        </p:nvSpPr>
        <p:spPr>
          <a:xfrm>
            <a:off x="2221992" y="4206240"/>
            <a:ext cx="128016" cy="128016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60" name="Shape 57"/>
          <p:cNvSpPr/>
          <p:nvPr/>
        </p:nvSpPr>
        <p:spPr>
          <a:xfrm>
            <a:off x="1885950" y="4503420"/>
            <a:ext cx="342900" cy="342900"/>
          </a:xfrm>
          <a:prstGeom prst="ellipse">
            <a:avLst/>
          </a:prstGeom>
          <a:solidFill>
            <a:srgbClr val="1F2A38"/>
          </a:solidFill>
          <a:ln w="12700">
            <a:solidFill>
              <a:srgbClr val="2C3947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794510" y="4960620"/>
            <a:ext cx="525780" cy="525780"/>
          </a:xfrm>
          <a:prstGeom prst="ellipse">
            <a:avLst/>
          </a:prstGeom>
          <a:solidFill>
            <a:srgbClr val="1F2A3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885950" y="5577840"/>
            <a:ext cx="342900" cy="342900"/>
          </a:xfrm>
          <a:prstGeom prst="ellipse">
            <a:avLst/>
          </a:prstGeom>
          <a:solidFill>
            <a:srgbClr val="1F2A38"/>
          </a:solidFill>
          <a:ln w="12700">
            <a:solidFill>
              <a:srgbClr val="2C3947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856232" y="5993892"/>
            <a:ext cx="402336" cy="64008"/>
          </a:xfrm>
          <a:prstGeom prst="roundRect">
            <a:avLst>
              <a:gd name="adj" fmla="val 42857"/>
            </a:avLst>
          </a:prstGeom>
          <a:solidFill>
            <a:srgbClr val="2C3947"/>
          </a:solidFill>
          <a:ln/>
        </p:spPr>
      </p:sp>
      <p:sp>
        <p:nvSpPr>
          <p:cNvPr id="64" name="Text 61"/>
          <p:cNvSpPr/>
          <p:nvPr/>
        </p:nvSpPr>
        <p:spPr>
          <a:xfrm>
            <a:off x="502920" y="6172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Passport 徽章 · 三键 + 点阵屏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4069080" y="1481328"/>
            <a:ext cx="7635240" cy="731520"/>
          </a:xfrm>
          <a:prstGeom prst="roundRect">
            <a:avLst>
              <a:gd name="adj" fmla="val 875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224528" y="1627632"/>
            <a:ext cx="438912" cy="438912"/>
          </a:xfrm>
          <a:prstGeom prst="rect">
            <a:avLst/>
          </a:prstGeom>
          <a:solidFill>
            <a:srgbClr val="1F2A38"/>
          </a:solidFill>
          <a:ln w="9525">
            <a:solidFill>
              <a:srgbClr val="256B45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224528" y="1627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</a:t>
            </a:r>
            <a:endParaRPr lang="en-US" sz="1300" dirty="0"/>
          </a:p>
        </p:txBody>
      </p:sp>
      <p:sp>
        <p:nvSpPr>
          <p:cNvPr id="68" name="Text 65"/>
          <p:cNvSpPr/>
          <p:nvPr/>
        </p:nvSpPr>
        <p:spPr>
          <a:xfrm>
            <a:off x="484632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主控</a:t>
            </a:r>
            <a:endParaRPr lang="en-US" sz="1450" dirty="0"/>
          </a:p>
        </p:txBody>
      </p:sp>
      <p:sp>
        <p:nvSpPr>
          <p:cNvPr id="69" name="Text 66"/>
          <p:cNvSpPr/>
          <p:nvPr/>
        </p:nvSpPr>
        <p:spPr>
          <a:xfrm>
            <a:off x="4846320" y="186537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ESP32-C3 · 单核 RISC-V @ 240MHz</a:t>
            </a:r>
            <a:endParaRPr lang="en-US" sz="1250" dirty="0"/>
          </a:p>
        </p:txBody>
      </p:sp>
      <p:sp>
        <p:nvSpPr>
          <p:cNvPr id="70" name="Shape 67"/>
          <p:cNvSpPr/>
          <p:nvPr/>
        </p:nvSpPr>
        <p:spPr>
          <a:xfrm>
            <a:off x="4069080" y="2304288"/>
            <a:ext cx="7635240" cy="731520"/>
          </a:xfrm>
          <a:prstGeom prst="roundRect">
            <a:avLst>
              <a:gd name="adj" fmla="val 875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224528" y="2450592"/>
            <a:ext cx="438912" cy="438912"/>
          </a:xfrm>
          <a:prstGeom prst="rect">
            <a:avLst/>
          </a:prstGeom>
          <a:solidFill>
            <a:srgbClr val="1F2A38"/>
          </a:solidFill>
          <a:ln w="9525">
            <a:solidFill>
              <a:srgbClr val="256B45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224528" y="2450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endParaRPr lang="en-US" sz="1300" dirty="0"/>
          </a:p>
        </p:txBody>
      </p:sp>
      <p:sp>
        <p:nvSpPr>
          <p:cNvPr id="73" name="Text 70"/>
          <p:cNvSpPr/>
          <p:nvPr/>
        </p:nvSpPr>
        <p:spPr>
          <a:xfrm>
            <a:off x="4846320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1450" dirty="0"/>
          </a:p>
        </p:txBody>
      </p:sp>
      <p:sp>
        <p:nvSpPr>
          <p:cNvPr id="74" name="Text 71"/>
          <p:cNvSpPr/>
          <p:nvPr/>
        </p:nvSpPr>
        <p:spPr>
          <a:xfrm>
            <a:off x="4846320" y="26883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8MB Flash · 无 PSRAM</a:t>
            </a:r>
            <a:endParaRPr lang="en-US" sz="1250" dirty="0"/>
          </a:p>
        </p:txBody>
      </p:sp>
      <p:sp>
        <p:nvSpPr>
          <p:cNvPr id="75" name="Shape 72"/>
          <p:cNvSpPr/>
          <p:nvPr/>
        </p:nvSpPr>
        <p:spPr>
          <a:xfrm>
            <a:off x="4069080" y="3127248"/>
            <a:ext cx="7635240" cy="731520"/>
          </a:xfrm>
          <a:prstGeom prst="roundRect">
            <a:avLst>
              <a:gd name="adj" fmla="val 875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224528" y="3273552"/>
            <a:ext cx="438912" cy="438912"/>
          </a:xfrm>
          <a:prstGeom prst="rect">
            <a:avLst/>
          </a:prstGeom>
          <a:solidFill>
            <a:srgbClr val="1F2A38"/>
          </a:solidFill>
          <a:ln w="9525">
            <a:solidFill>
              <a:srgbClr val="256B45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224528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4846320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显示与按键</a:t>
            </a:r>
            <a:endParaRPr lang="en-US" sz="1450" dirty="0"/>
          </a:p>
        </p:txBody>
      </p:sp>
      <p:sp>
        <p:nvSpPr>
          <p:cNvPr id="79" name="Text 76"/>
          <p:cNvSpPr/>
          <p:nvPr/>
        </p:nvSpPr>
        <p:spPr>
          <a:xfrm>
            <a:off x="4846320" y="351129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240×296 LCD · OK / 上 / 下 三键</a:t>
            </a:r>
            <a:endParaRPr lang="en-US" sz="1250" dirty="0"/>
          </a:p>
        </p:txBody>
      </p:sp>
      <p:sp>
        <p:nvSpPr>
          <p:cNvPr id="80" name="Shape 77"/>
          <p:cNvSpPr/>
          <p:nvPr/>
        </p:nvSpPr>
        <p:spPr>
          <a:xfrm>
            <a:off x="4069080" y="3950208"/>
            <a:ext cx="7635240" cy="731520"/>
          </a:xfrm>
          <a:prstGeom prst="roundRect">
            <a:avLst>
              <a:gd name="adj" fmla="val 875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224528" y="4096512"/>
            <a:ext cx="438912" cy="438912"/>
          </a:xfrm>
          <a:prstGeom prst="rect">
            <a:avLst/>
          </a:prstGeom>
          <a:solidFill>
            <a:srgbClr val="1F2A38"/>
          </a:solidFill>
          <a:ln w="9525">
            <a:solidFill>
              <a:srgbClr val="256B45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24528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</a:t>
            </a:r>
            <a:endParaRPr lang="en-US" sz="1300" dirty="0"/>
          </a:p>
        </p:txBody>
      </p:sp>
      <p:sp>
        <p:nvSpPr>
          <p:cNvPr id="83" name="Text 80"/>
          <p:cNvSpPr/>
          <p:nvPr/>
        </p:nvSpPr>
        <p:spPr>
          <a:xfrm>
            <a:off x="484632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</a:t>
            </a:r>
            <a:endParaRPr lang="en-US" sz="1450" dirty="0"/>
          </a:p>
        </p:txBody>
      </p:sp>
      <p:sp>
        <p:nvSpPr>
          <p:cNvPr id="84" name="Text 81"/>
          <p:cNvSpPr/>
          <p:nvPr/>
        </p:nvSpPr>
        <p:spPr>
          <a:xfrm>
            <a:off x="4846320" y="433425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ES8311 codec · 扬声器 + 麦克风</a:t>
            </a:r>
            <a:endParaRPr lang="en-US" sz="1250" dirty="0"/>
          </a:p>
        </p:txBody>
      </p:sp>
      <p:sp>
        <p:nvSpPr>
          <p:cNvPr id="85" name="Shape 82"/>
          <p:cNvSpPr/>
          <p:nvPr/>
        </p:nvSpPr>
        <p:spPr>
          <a:xfrm>
            <a:off x="4069080" y="4773168"/>
            <a:ext cx="7635240" cy="731520"/>
          </a:xfrm>
          <a:prstGeom prst="roundRect">
            <a:avLst>
              <a:gd name="adj" fmla="val 875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224528" y="4919472"/>
            <a:ext cx="438912" cy="438912"/>
          </a:xfrm>
          <a:prstGeom prst="rect">
            <a:avLst/>
          </a:prstGeom>
          <a:solidFill>
            <a:srgbClr val="1F2A38"/>
          </a:solidFill>
          <a:ln w="9525">
            <a:solidFill>
              <a:srgbClr val="256B45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224528" y="4919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</a:t>
            </a:r>
            <a:endParaRPr lang="en-US" sz="1300" dirty="0"/>
          </a:p>
        </p:txBody>
      </p:sp>
      <p:sp>
        <p:nvSpPr>
          <p:cNvPr id="88" name="Text 85"/>
          <p:cNvSpPr/>
          <p:nvPr/>
        </p:nvSpPr>
        <p:spPr>
          <a:xfrm>
            <a:off x="4846320" y="4864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无线</a:t>
            </a:r>
            <a:endParaRPr lang="en-US" sz="1450" dirty="0"/>
          </a:p>
        </p:txBody>
      </p:sp>
      <p:sp>
        <p:nvSpPr>
          <p:cNvPr id="89" name="Text 86"/>
          <p:cNvSpPr/>
          <p:nvPr/>
        </p:nvSpPr>
        <p:spPr>
          <a:xfrm>
            <a:off x="4846320" y="51572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 LE + 2.4GHz Wi-Fi</a:t>
            </a:r>
            <a:endParaRPr lang="en-US" sz="1250" dirty="0"/>
          </a:p>
        </p:txBody>
      </p:sp>
      <p:sp>
        <p:nvSpPr>
          <p:cNvPr id="90" name="Shape 87"/>
          <p:cNvSpPr/>
          <p:nvPr/>
        </p:nvSpPr>
        <p:spPr>
          <a:xfrm>
            <a:off x="4069080" y="5596128"/>
            <a:ext cx="7635240" cy="731520"/>
          </a:xfrm>
          <a:prstGeom prst="roundRect">
            <a:avLst>
              <a:gd name="adj" fmla="val 875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224528" y="5742432"/>
            <a:ext cx="438912" cy="438912"/>
          </a:xfrm>
          <a:prstGeom prst="rect">
            <a:avLst/>
          </a:prstGeom>
          <a:solidFill>
            <a:srgbClr val="1F2A38"/>
          </a:solidFill>
          <a:ln w="9525">
            <a:solidFill>
              <a:srgbClr val="256B45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224528" y="5742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</a:t>
            </a:r>
            <a:endParaRPr lang="en-US" sz="1300" dirty="0"/>
          </a:p>
        </p:txBody>
      </p:sp>
      <p:sp>
        <p:nvSpPr>
          <p:cNvPr id="93" name="Text 90"/>
          <p:cNvSpPr/>
          <p:nvPr/>
        </p:nvSpPr>
        <p:spPr>
          <a:xfrm>
            <a:off x="4846320" y="5687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供电</a:t>
            </a:r>
            <a:endParaRPr lang="en-US" sz="1450" dirty="0"/>
          </a:p>
        </p:txBody>
      </p:sp>
      <p:sp>
        <p:nvSpPr>
          <p:cNvPr id="94" name="Text 91"/>
          <p:cNvSpPr/>
          <p:nvPr/>
        </p:nvSpPr>
        <p:spPr>
          <a:xfrm>
            <a:off x="4846320" y="598017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520mAh 电池 · USB-C 充电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 · 功能总览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一块屏，八种玩法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2615184" cy="2286000"/>
          </a:xfrm>
          <a:prstGeom prst="roundRect">
            <a:avLst>
              <a:gd name="adj" fmla="val 28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6733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13232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电子名片主页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13232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· 头像 · 身份常亮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346704" y="1417320"/>
            <a:ext cx="2615184" cy="2286000"/>
          </a:xfrm>
          <a:prstGeom prst="roundRect">
            <a:avLst>
              <a:gd name="adj" fmla="val 28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2736" y="16733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602736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二维码名片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3602736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槽独立生成与上传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36208" y="1417320"/>
            <a:ext cx="2615184" cy="2286000"/>
          </a:xfrm>
          <a:prstGeom prst="roundRect">
            <a:avLst>
              <a:gd name="adj" fmla="val 28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16733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9224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像素宠物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6492240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成长养成 + 双小游戏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125712" y="1417320"/>
            <a:ext cx="2615184" cy="2286000"/>
          </a:xfrm>
          <a:prstGeom prst="roundRect">
            <a:avLst>
              <a:gd name="adj" fmla="val 28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81744" y="16733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381744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蓝牙翻页器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9381744" y="27432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HID 键盘 · 免软件翻页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" y="3886200"/>
            <a:ext cx="2615184" cy="2286000"/>
          </a:xfrm>
          <a:prstGeom prst="roundRect">
            <a:avLst>
              <a:gd name="adj" fmla="val 28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" y="41422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13232" y="4754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提词器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713232" y="5212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讲稿上徽章 · 联动翻页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3346704" y="3886200"/>
            <a:ext cx="2615184" cy="2286000"/>
          </a:xfrm>
          <a:prstGeom prst="roundRect">
            <a:avLst>
              <a:gd name="adj" fmla="val 28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02736" y="41422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3602736" y="4754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语音输入 V2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3602736" y="5212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徽章即无线麦克风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236208" y="3886200"/>
            <a:ext cx="2615184" cy="2286000"/>
          </a:xfrm>
          <a:prstGeom prst="roundRect">
            <a:avLst>
              <a:gd name="adj" fmla="val 28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92240" y="41422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6492240" y="4754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配网门户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6492240" y="5212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手机浏览器全配置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9125712" y="3886200"/>
            <a:ext cx="2615184" cy="2286000"/>
          </a:xfrm>
          <a:prstGeom prst="roundRect">
            <a:avLst>
              <a:gd name="adj" fmla="val 28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381744" y="41422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9381744" y="4754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脉冲省电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9381744" y="5212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每小时仅活动 60 秒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01 · 电子名片主页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亮屏即名片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时间与日期常亮，挂着就是一块桌牌</a:t>
            </a:r>
            <a:endParaRPr lang="en-US" sz="1550" dirty="0"/>
          </a:p>
          <a:p>
            <a:pPr algn="l" marL="152400" indent="-1524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头像、姓名、公司、岗位完整展示</a:t>
            </a:r>
            <a:endParaRPr lang="en-US" sz="1550" dirty="0"/>
          </a:p>
          <a:p>
            <a:pPr algn="l" marL="152400" indent="-1524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 / 下键切换三套布局：名片 · 二维码 · 宠物</a:t>
            </a:r>
            <a:endParaRPr lang="en-US" sz="1550" dirty="0"/>
          </a:p>
          <a:p>
            <a:pPr algn="l" marL="152400" indent="-1524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浅色 / 深色双主题，跟随场景一键切换</a:t>
            </a:r>
            <a:endParaRPr lang="en-US" sz="1550" dirty="0"/>
          </a:p>
          <a:p>
            <a:pPr algn="l" marL="152400" indent="-1524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中英双语 UI，展会与日常两相宜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543800" y="146304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布局 A · 名片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0" y="1965960"/>
            <a:ext cx="502920" cy="502920"/>
          </a:xfrm>
          <a:prstGeom prst="ellipse">
            <a:avLst/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 · 公司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412480" y="2267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 · 时间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543800" y="288036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26680" y="2990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布局 B · 二维码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54112" y="3264408"/>
            <a:ext cx="731520" cy="73152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20" name="Shape 17"/>
          <p:cNvSpPr/>
          <p:nvPr/>
        </p:nvSpPr>
        <p:spPr>
          <a:xfrm>
            <a:off x="7979420" y="3270260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1" name="Shape 18"/>
          <p:cNvSpPr/>
          <p:nvPr/>
        </p:nvSpPr>
        <p:spPr>
          <a:xfrm>
            <a:off x="8125724" y="3270260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2" name="Shape 19"/>
          <p:cNvSpPr/>
          <p:nvPr/>
        </p:nvSpPr>
        <p:spPr>
          <a:xfrm>
            <a:off x="8052572" y="3343412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3" name="Shape 20"/>
          <p:cNvSpPr/>
          <p:nvPr/>
        </p:nvSpPr>
        <p:spPr>
          <a:xfrm>
            <a:off x="8198876" y="3343412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4" name="Shape 21"/>
          <p:cNvSpPr/>
          <p:nvPr/>
        </p:nvSpPr>
        <p:spPr>
          <a:xfrm>
            <a:off x="7979420" y="3416564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5" name="Shape 22"/>
          <p:cNvSpPr/>
          <p:nvPr/>
        </p:nvSpPr>
        <p:spPr>
          <a:xfrm>
            <a:off x="8125724" y="3416564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6" name="Shape 23"/>
          <p:cNvSpPr/>
          <p:nvPr/>
        </p:nvSpPr>
        <p:spPr>
          <a:xfrm>
            <a:off x="7759964" y="3489716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7" name="Shape 24"/>
          <p:cNvSpPr/>
          <p:nvPr/>
        </p:nvSpPr>
        <p:spPr>
          <a:xfrm>
            <a:off x="7906268" y="3489716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8" name="Shape 25"/>
          <p:cNvSpPr/>
          <p:nvPr/>
        </p:nvSpPr>
        <p:spPr>
          <a:xfrm>
            <a:off x="8052572" y="3489716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9" name="Shape 26"/>
          <p:cNvSpPr/>
          <p:nvPr/>
        </p:nvSpPr>
        <p:spPr>
          <a:xfrm>
            <a:off x="8272028" y="3489716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0" name="Shape 27"/>
          <p:cNvSpPr/>
          <p:nvPr/>
        </p:nvSpPr>
        <p:spPr>
          <a:xfrm>
            <a:off x="8418332" y="3489716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1" name="Shape 28"/>
          <p:cNvSpPr/>
          <p:nvPr/>
        </p:nvSpPr>
        <p:spPr>
          <a:xfrm>
            <a:off x="7833116" y="3562868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2" name="Shape 29"/>
          <p:cNvSpPr/>
          <p:nvPr/>
        </p:nvSpPr>
        <p:spPr>
          <a:xfrm>
            <a:off x="7979420" y="3562868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3" name="Shape 30"/>
          <p:cNvSpPr/>
          <p:nvPr/>
        </p:nvSpPr>
        <p:spPr>
          <a:xfrm>
            <a:off x="8198876" y="3562868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4" name="Shape 31"/>
          <p:cNvSpPr/>
          <p:nvPr/>
        </p:nvSpPr>
        <p:spPr>
          <a:xfrm>
            <a:off x="8345180" y="3562868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5" name="Shape 32"/>
          <p:cNvSpPr/>
          <p:nvPr/>
        </p:nvSpPr>
        <p:spPr>
          <a:xfrm>
            <a:off x="7759964" y="3636020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6" name="Shape 33"/>
          <p:cNvSpPr/>
          <p:nvPr/>
        </p:nvSpPr>
        <p:spPr>
          <a:xfrm>
            <a:off x="7906268" y="3636020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7" name="Shape 34"/>
          <p:cNvSpPr/>
          <p:nvPr/>
        </p:nvSpPr>
        <p:spPr>
          <a:xfrm>
            <a:off x="8125724" y="3636020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8" name="Shape 35"/>
          <p:cNvSpPr/>
          <p:nvPr/>
        </p:nvSpPr>
        <p:spPr>
          <a:xfrm>
            <a:off x="8272028" y="3636020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9" name="Shape 36"/>
          <p:cNvSpPr/>
          <p:nvPr/>
        </p:nvSpPr>
        <p:spPr>
          <a:xfrm>
            <a:off x="8418332" y="3636020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0" name="Shape 37"/>
          <p:cNvSpPr/>
          <p:nvPr/>
        </p:nvSpPr>
        <p:spPr>
          <a:xfrm>
            <a:off x="7833116" y="3709172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1" name="Shape 38"/>
          <p:cNvSpPr/>
          <p:nvPr/>
        </p:nvSpPr>
        <p:spPr>
          <a:xfrm>
            <a:off x="8052572" y="3709172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2" name="Shape 39"/>
          <p:cNvSpPr/>
          <p:nvPr/>
        </p:nvSpPr>
        <p:spPr>
          <a:xfrm>
            <a:off x="8198876" y="3709172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3" name="Shape 40"/>
          <p:cNvSpPr/>
          <p:nvPr/>
        </p:nvSpPr>
        <p:spPr>
          <a:xfrm>
            <a:off x="8345180" y="3709172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4" name="Shape 41"/>
          <p:cNvSpPr/>
          <p:nvPr/>
        </p:nvSpPr>
        <p:spPr>
          <a:xfrm>
            <a:off x="7979420" y="3782324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5" name="Shape 42"/>
          <p:cNvSpPr/>
          <p:nvPr/>
        </p:nvSpPr>
        <p:spPr>
          <a:xfrm>
            <a:off x="8125724" y="3782324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6" name="Shape 43"/>
          <p:cNvSpPr/>
          <p:nvPr/>
        </p:nvSpPr>
        <p:spPr>
          <a:xfrm>
            <a:off x="8272028" y="3782324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7" name="Shape 44"/>
          <p:cNvSpPr/>
          <p:nvPr/>
        </p:nvSpPr>
        <p:spPr>
          <a:xfrm>
            <a:off x="8052572" y="3855476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8" name="Shape 45"/>
          <p:cNvSpPr/>
          <p:nvPr/>
        </p:nvSpPr>
        <p:spPr>
          <a:xfrm>
            <a:off x="8198876" y="3855476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9" name="Shape 46"/>
          <p:cNvSpPr/>
          <p:nvPr/>
        </p:nvSpPr>
        <p:spPr>
          <a:xfrm>
            <a:off x="8418332" y="3855476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0" name="Shape 47"/>
          <p:cNvSpPr/>
          <p:nvPr/>
        </p:nvSpPr>
        <p:spPr>
          <a:xfrm>
            <a:off x="7979420" y="3928628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1" name="Shape 48"/>
          <p:cNvSpPr/>
          <p:nvPr/>
        </p:nvSpPr>
        <p:spPr>
          <a:xfrm>
            <a:off x="8125724" y="3928628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2" name="Shape 49"/>
          <p:cNvSpPr/>
          <p:nvPr/>
        </p:nvSpPr>
        <p:spPr>
          <a:xfrm>
            <a:off x="8345180" y="3928628"/>
            <a:ext cx="61448" cy="61448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3" name="Shape 50"/>
          <p:cNvSpPr/>
          <p:nvPr/>
        </p:nvSpPr>
        <p:spPr>
          <a:xfrm>
            <a:off x="7754112" y="3264408"/>
            <a:ext cx="219456" cy="219456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4" name="Shape 51"/>
          <p:cNvSpPr/>
          <p:nvPr/>
        </p:nvSpPr>
        <p:spPr>
          <a:xfrm>
            <a:off x="7827264" y="3337560"/>
            <a:ext cx="73152" cy="73152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55" name="Shape 52"/>
          <p:cNvSpPr/>
          <p:nvPr/>
        </p:nvSpPr>
        <p:spPr>
          <a:xfrm>
            <a:off x="8266176" y="3264408"/>
            <a:ext cx="219456" cy="219456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6" name="Shape 53"/>
          <p:cNvSpPr/>
          <p:nvPr/>
        </p:nvSpPr>
        <p:spPr>
          <a:xfrm>
            <a:off x="8339328" y="3337560"/>
            <a:ext cx="73152" cy="73152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57" name="Shape 54"/>
          <p:cNvSpPr/>
          <p:nvPr/>
        </p:nvSpPr>
        <p:spPr>
          <a:xfrm>
            <a:off x="7754112" y="3776472"/>
            <a:ext cx="219456" cy="219456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8" name="Shape 55"/>
          <p:cNvSpPr/>
          <p:nvPr/>
        </p:nvSpPr>
        <p:spPr>
          <a:xfrm>
            <a:off x="7827264" y="3849624"/>
            <a:ext cx="73152" cy="73152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59" name="Text 56"/>
          <p:cNvSpPr/>
          <p:nvPr/>
        </p:nvSpPr>
        <p:spPr>
          <a:xfrm>
            <a:off x="864108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扫码加我</a:t>
            </a:r>
            <a:endParaRPr lang="en-US" sz="1250" dirty="0"/>
          </a:p>
        </p:txBody>
      </p:sp>
      <p:sp>
        <p:nvSpPr>
          <p:cNvPr id="60" name="Shape 57"/>
          <p:cNvSpPr/>
          <p:nvPr/>
        </p:nvSpPr>
        <p:spPr>
          <a:xfrm>
            <a:off x="7543800" y="429768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726680" y="4407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布局 C · 像素宠物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7865669" y="4645152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3" name="Shape 60"/>
          <p:cNvSpPr/>
          <p:nvPr/>
        </p:nvSpPr>
        <p:spPr>
          <a:xfrm>
            <a:off x="8150962" y="4645152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4" name="Shape 61"/>
          <p:cNvSpPr/>
          <p:nvPr/>
        </p:nvSpPr>
        <p:spPr>
          <a:xfrm>
            <a:off x="7865669" y="4692701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5" name="Shape 62"/>
          <p:cNvSpPr/>
          <p:nvPr/>
        </p:nvSpPr>
        <p:spPr>
          <a:xfrm>
            <a:off x="7913218" y="4692701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6" name="Shape 63"/>
          <p:cNvSpPr/>
          <p:nvPr/>
        </p:nvSpPr>
        <p:spPr>
          <a:xfrm>
            <a:off x="8103413" y="4692701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7" name="Shape 64"/>
          <p:cNvSpPr/>
          <p:nvPr/>
        </p:nvSpPr>
        <p:spPr>
          <a:xfrm>
            <a:off x="8150962" y="4692701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8" name="Shape 65"/>
          <p:cNvSpPr/>
          <p:nvPr/>
        </p:nvSpPr>
        <p:spPr>
          <a:xfrm>
            <a:off x="7865669" y="4740250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9" name="Shape 66"/>
          <p:cNvSpPr/>
          <p:nvPr/>
        </p:nvSpPr>
        <p:spPr>
          <a:xfrm>
            <a:off x="7913218" y="4740250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0" name="Shape 67"/>
          <p:cNvSpPr/>
          <p:nvPr/>
        </p:nvSpPr>
        <p:spPr>
          <a:xfrm>
            <a:off x="7960766" y="4740250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1" name="Shape 68"/>
          <p:cNvSpPr/>
          <p:nvPr/>
        </p:nvSpPr>
        <p:spPr>
          <a:xfrm>
            <a:off x="8008315" y="4740250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2" name="Shape 69"/>
          <p:cNvSpPr/>
          <p:nvPr/>
        </p:nvSpPr>
        <p:spPr>
          <a:xfrm>
            <a:off x="8055864" y="4740250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3" name="Shape 70"/>
          <p:cNvSpPr/>
          <p:nvPr/>
        </p:nvSpPr>
        <p:spPr>
          <a:xfrm>
            <a:off x="8103413" y="4740250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4" name="Shape 71"/>
          <p:cNvSpPr/>
          <p:nvPr/>
        </p:nvSpPr>
        <p:spPr>
          <a:xfrm>
            <a:off x="8150962" y="4740250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5" name="Shape 72"/>
          <p:cNvSpPr/>
          <p:nvPr/>
        </p:nvSpPr>
        <p:spPr>
          <a:xfrm>
            <a:off x="7865669" y="4787798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6" name="Shape 73"/>
          <p:cNvSpPr/>
          <p:nvPr/>
        </p:nvSpPr>
        <p:spPr>
          <a:xfrm>
            <a:off x="7913218" y="4787798"/>
            <a:ext cx="43745" cy="43745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7" name="Shape 74"/>
          <p:cNvSpPr/>
          <p:nvPr/>
        </p:nvSpPr>
        <p:spPr>
          <a:xfrm>
            <a:off x="7960766" y="4787798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8" name="Shape 75"/>
          <p:cNvSpPr/>
          <p:nvPr/>
        </p:nvSpPr>
        <p:spPr>
          <a:xfrm>
            <a:off x="8008315" y="4787798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9" name="Shape 76"/>
          <p:cNvSpPr/>
          <p:nvPr/>
        </p:nvSpPr>
        <p:spPr>
          <a:xfrm>
            <a:off x="8055864" y="4787798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0" name="Shape 77"/>
          <p:cNvSpPr/>
          <p:nvPr/>
        </p:nvSpPr>
        <p:spPr>
          <a:xfrm>
            <a:off x="8103413" y="4787798"/>
            <a:ext cx="43745" cy="43745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1" name="Shape 78"/>
          <p:cNvSpPr/>
          <p:nvPr/>
        </p:nvSpPr>
        <p:spPr>
          <a:xfrm>
            <a:off x="8150962" y="4787798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2" name="Shape 79"/>
          <p:cNvSpPr/>
          <p:nvPr/>
        </p:nvSpPr>
        <p:spPr>
          <a:xfrm>
            <a:off x="7865669" y="4835347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3" name="Shape 80"/>
          <p:cNvSpPr/>
          <p:nvPr/>
        </p:nvSpPr>
        <p:spPr>
          <a:xfrm>
            <a:off x="7913218" y="4835347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4" name="Shape 81"/>
          <p:cNvSpPr/>
          <p:nvPr/>
        </p:nvSpPr>
        <p:spPr>
          <a:xfrm>
            <a:off x="7960766" y="4835347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5" name="Shape 82"/>
          <p:cNvSpPr/>
          <p:nvPr/>
        </p:nvSpPr>
        <p:spPr>
          <a:xfrm>
            <a:off x="8008315" y="4835347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6" name="Shape 83"/>
          <p:cNvSpPr/>
          <p:nvPr/>
        </p:nvSpPr>
        <p:spPr>
          <a:xfrm>
            <a:off x="8055864" y="4835347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7" name="Shape 84"/>
          <p:cNvSpPr/>
          <p:nvPr/>
        </p:nvSpPr>
        <p:spPr>
          <a:xfrm>
            <a:off x="8103413" y="4835347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8" name="Shape 85"/>
          <p:cNvSpPr/>
          <p:nvPr/>
        </p:nvSpPr>
        <p:spPr>
          <a:xfrm>
            <a:off x="8150962" y="4835347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9" name="Shape 86"/>
          <p:cNvSpPr/>
          <p:nvPr/>
        </p:nvSpPr>
        <p:spPr>
          <a:xfrm>
            <a:off x="7865669" y="4882896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0" name="Shape 87"/>
          <p:cNvSpPr/>
          <p:nvPr/>
        </p:nvSpPr>
        <p:spPr>
          <a:xfrm>
            <a:off x="7913218" y="4882896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1" name="Shape 88"/>
          <p:cNvSpPr/>
          <p:nvPr/>
        </p:nvSpPr>
        <p:spPr>
          <a:xfrm>
            <a:off x="7960766" y="4882896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2" name="Shape 89"/>
          <p:cNvSpPr/>
          <p:nvPr/>
        </p:nvSpPr>
        <p:spPr>
          <a:xfrm>
            <a:off x="8008315" y="4882896"/>
            <a:ext cx="43745" cy="43745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93" name="Shape 90"/>
          <p:cNvSpPr/>
          <p:nvPr/>
        </p:nvSpPr>
        <p:spPr>
          <a:xfrm>
            <a:off x="8055864" y="4882896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4" name="Shape 91"/>
          <p:cNvSpPr/>
          <p:nvPr/>
        </p:nvSpPr>
        <p:spPr>
          <a:xfrm>
            <a:off x="8103413" y="4882896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5" name="Shape 92"/>
          <p:cNvSpPr/>
          <p:nvPr/>
        </p:nvSpPr>
        <p:spPr>
          <a:xfrm>
            <a:off x="8150962" y="4882896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6" name="Shape 93"/>
          <p:cNvSpPr/>
          <p:nvPr/>
        </p:nvSpPr>
        <p:spPr>
          <a:xfrm>
            <a:off x="7865669" y="4930445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7" name="Shape 94"/>
          <p:cNvSpPr/>
          <p:nvPr/>
        </p:nvSpPr>
        <p:spPr>
          <a:xfrm>
            <a:off x="7913218" y="4930445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8" name="Shape 95"/>
          <p:cNvSpPr/>
          <p:nvPr/>
        </p:nvSpPr>
        <p:spPr>
          <a:xfrm>
            <a:off x="7960766" y="4930445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9" name="Shape 96"/>
          <p:cNvSpPr/>
          <p:nvPr/>
        </p:nvSpPr>
        <p:spPr>
          <a:xfrm>
            <a:off x="8008315" y="4930445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0" name="Shape 97"/>
          <p:cNvSpPr/>
          <p:nvPr/>
        </p:nvSpPr>
        <p:spPr>
          <a:xfrm>
            <a:off x="8055864" y="4930445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1" name="Shape 98"/>
          <p:cNvSpPr/>
          <p:nvPr/>
        </p:nvSpPr>
        <p:spPr>
          <a:xfrm>
            <a:off x="8103413" y="4930445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2" name="Shape 99"/>
          <p:cNvSpPr/>
          <p:nvPr/>
        </p:nvSpPr>
        <p:spPr>
          <a:xfrm>
            <a:off x="8150962" y="4930445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3" name="Shape 100"/>
          <p:cNvSpPr/>
          <p:nvPr/>
        </p:nvSpPr>
        <p:spPr>
          <a:xfrm>
            <a:off x="7913218" y="4977994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4" name="Shape 101"/>
          <p:cNvSpPr/>
          <p:nvPr/>
        </p:nvSpPr>
        <p:spPr>
          <a:xfrm>
            <a:off x="7960766" y="4977994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5" name="Shape 102"/>
          <p:cNvSpPr/>
          <p:nvPr/>
        </p:nvSpPr>
        <p:spPr>
          <a:xfrm>
            <a:off x="8008315" y="4977994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6" name="Shape 103"/>
          <p:cNvSpPr/>
          <p:nvPr/>
        </p:nvSpPr>
        <p:spPr>
          <a:xfrm>
            <a:off x="8055864" y="4977994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7" name="Shape 104"/>
          <p:cNvSpPr/>
          <p:nvPr/>
        </p:nvSpPr>
        <p:spPr>
          <a:xfrm>
            <a:off x="8103413" y="4977994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8" name="Shape 105"/>
          <p:cNvSpPr/>
          <p:nvPr/>
        </p:nvSpPr>
        <p:spPr>
          <a:xfrm>
            <a:off x="7960766" y="5025542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9" name="Shape 106"/>
          <p:cNvSpPr/>
          <p:nvPr/>
        </p:nvSpPr>
        <p:spPr>
          <a:xfrm>
            <a:off x="8055864" y="5025542"/>
            <a:ext cx="43745" cy="43745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10" name="Text 107"/>
          <p:cNvSpPr/>
          <p:nvPr/>
        </p:nvSpPr>
        <p:spPr>
          <a:xfrm>
            <a:off x="864108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状态条 · 等级</a:t>
            </a:r>
            <a:endParaRPr lang="en-US" sz="1250" dirty="0"/>
          </a:p>
        </p:txBody>
      </p:sp>
      <p:sp>
        <p:nvSpPr>
          <p:cNvPr id="111" name="Text 108"/>
          <p:cNvSpPr/>
          <p:nvPr/>
        </p:nvSpPr>
        <p:spPr>
          <a:xfrm>
            <a:off x="685800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800" dirty="0"/>
          </a:p>
        </p:txBody>
      </p:sp>
      <p:sp>
        <p:nvSpPr>
          <p:cNvPr id="112" name="Text 109"/>
          <p:cNvSpPr/>
          <p:nvPr/>
        </p:nvSpPr>
        <p:spPr>
          <a:xfrm>
            <a:off x="6858000" y="4572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800" dirty="0"/>
          </a:p>
        </p:txBody>
      </p:sp>
      <p:sp>
        <p:nvSpPr>
          <p:cNvPr id="113" name="Text 110"/>
          <p:cNvSpPr/>
          <p:nvPr/>
        </p:nvSpPr>
        <p:spPr>
          <a:xfrm>
            <a:off x="6675120" y="2743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 / 下键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循环切换</a:t>
            </a:r>
            <a:endParaRPr lang="en-US" sz="1250" dirty="0"/>
          </a:p>
        </p:txBody>
      </p:sp>
      <p:sp>
        <p:nvSpPr>
          <p:cNvPr id="114" name="Text 111"/>
          <p:cNvSpPr/>
          <p:nvPr/>
        </p:nvSpPr>
        <p:spPr>
          <a:xfrm>
            <a:off x="1037844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OK 键确认进入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02 · 二维码名片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四个槽位，四面社交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1645920"/>
            <a:ext cx="1920240" cy="1920240"/>
          </a:xfrm>
          <a:prstGeom prst="roundRect">
            <a:avLst>
              <a:gd name="adj" fmla="val 3333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6424" y="1847088"/>
            <a:ext cx="1261872" cy="1261872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3" name="Shape 10"/>
          <p:cNvSpPr/>
          <p:nvPr/>
        </p:nvSpPr>
        <p:spPr>
          <a:xfrm>
            <a:off x="1495081" y="185718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" name="Shape 11"/>
          <p:cNvSpPr/>
          <p:nvPr/>
        </p:nvSpPr>
        <p:spPr>
          <a:xfrm>
            <a:off x="1747455" y="185718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5" name="Shape 12"/>
          <p:cNvSpPr/>
          <p:nvPr/>
        </p:nvSpPr>
        <p:spPr>
          <a:xfrm>
            <a:off x="1621268" y="1983370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" name="Shape 13"/>
          <p:cNvSpPr/>
          <p:nvPr/>
        </p:nvSpPr>
        <p:spPr>
          <a:xfrm>
            <a:off x="1873642" y="1983370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7" name="Shape 14"/>
          <p:cNvSpPr/>
          <p:nvPr/>
        </p:nvSpPr>
        <p:spPr>
          <a:xfrm>
            <a:off x="1495081" y="2109557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8" name="Shape 15"/>
          <p:cNvSpPr/>
          <p:nvPr/>
        </p:nvSpPr>
        <p:spPr>
          <a:xfrm>
            <a:off x="1747455" y="2109557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9" name="Shape 16"/>
          <p:cNvSpPr/>
          <p:nvPr/>
        </p:nvSpPr>
        <p:spPr>
          <a:xfrm>
            <a:off x="1116519" y="223574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0" name="Shape 17"/>
          <p:cNvSpPr/>
          <p:nvPr/>
        </p:nvSpPr>
        <p:spPr>
          <a:xfrm>
            <a:off x="1368893" y="223574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1" name="Shape 18"/>
          <p:cNvSpPr/>
          <p:nvPr/>
        </p:nvSpPr>
        <p:spPr>
          <a:xfrm>
            <a:off x="1621268" y="223574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2" name="Shape 19"/>
          <p:cNvSpPr/>
          <p:nvPr/>
        </p:nvSpPr>
        <p:spPr>
          <a:xfrm>
            <a:off x="1999829" y="223574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3" name="Shape 20"/>
          <p:cNvSpPr/>
          <p:nvPr/>
        </p:nvSpPr>
        <p:spPr>
          <a:xfrm>
            <a:off x="2252204" y="223574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4" name="Shape 21"/>
          <p:cNvSpPr/>
          <p:nvPr/>
        </p:nvSpPr>
        <p:spPr>
          <a:xfrm>
            <a:off x="1242706" y="236193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5" name="Shape 22"/>
          <p:cNvSpPr/>
          <p:nvPr/>
        </p:nvSpPr>
        <p:spPr>
          <a:xfrm>
            <a:off x="1495081" y="236193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6" name="Shape 23"/>
          <p:cNvSpPr/>
          <p:nvPr/>
        </p:nvSpPr>
        <p:spPr>
          <a:xfrm>
            <a:off x="1873642" y="236193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7" name="Shape 24"/>
          <p:cNvSpPr/>
          <p:nvPr/>
        </p:nvSpPr>
        <p:spPr>
          <a:xfrm>
            <a:off x="2126017" y="236193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8" name="Shape 25"/>
          <p:cNvSpPr/>
          <p:nvPr/>
        </p:nvSpPr>
        <p:spPr>
          <a:xfrm>
            <a:off x="1116519" y="248811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9" name="Shape 26"/>
          <p:cNvSpPr/>
          <p:nvPr/>
        </p:nvSpPr>
        <p:spPr>
          <a:xfrm>
            <a:off x="1368893" y="248811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0" name="Shape 27"/>
          <p:cNvSpPr/>
          <p:nvPr/>
        </p:nvSpPr>
        <p:spPr>
          <a:xfrm>
            <a:off x="1747455" y="248811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1" name="Shape 28"/>
          <p:cNvSpPr/>
          <p:nvPr/>
        </p:nvSpPr>
        <p:spPr>
          <a:xfrm>
            <a:off x="1999829" y="248811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2" name="Shape 29"/>
          <p:cNvSpPr/>
          <p:nvPr/>
        </p:nvSpPr>
        <p:spPr>
          <a:xfrm>
            <a:off x="2252204" y="248811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3" name="Shape 30"/>
          <p:cNvSpPr/>
          <p:nvPr/>
        </p:nvSpPr>
        <p:spPr>
          <a:xfrm>
            <a:off x="1242706" y="261430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4" name="Shape 31"/>
          <p:cNvSpPr/>
          <p:nvPr/>
        </p:nvSpPr>
        <p:spPr>
          <a:xfrm>
            <a:off x="1621268" y="261430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5" name="Shape 32"/>
          <p:cNvSpPr/>
          <p:nvPr/>
        </p:nvSpPr>
        <p:spPr>
          <a:xfrm>
            <a:off x="1873642" y="261430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6" name="Shape 33"/>
          <p:cNvSpPr/>
          <p:nvPr/>
        </p:nvSpPr>
        <p:spPr>
          <a:xfrm>
            <a:off x="2126017" y="261430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7" name="Shape 34"/>
          <p:cNvSpPr/>
          <p:nvPr/>
        </p:nvSpPr>
        <p:spPr>
          <a:xfrm>
            <a:off x="1495081" y="274049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8" name="Shape 35"/>
          <p:cNvSpPr/>
          <p:nvPr/>
        </p:nvSpPr>
        <p:spPr>
          <a:xfrm>
            <a:off x="1747455" y="274049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9" name="Shape 36"/>
          <p:cNvSpPr/>
          <p:nvPr/>
        </p:nvSpPr>
        <p:spPr>
          <a:xfrm>
            <a:off x="1999829" y="274049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0" name="Shape 37"/>
          <p:cNvSpPr/>
          <p:nvPr/>
        </p:nvSpPr>
        <p:spPr>
          <a:xfrm>
            <a:off x="1621268" y="286668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1" name="Shape 38"/>
          <p:cNvSpPr/>
          <p:nvPr/>
        </p:nvSpPr>
        <p:spPr>
          <a:xfrm>
            <a:off x="1873642" y="286668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2" name="Shape 39"/>
          <p:cNvSpPr/>
          <p:nvPr/>
        </p:nvSpPr>
        <p:spPr>
          <a:xfrm>
            <a:off x="2252204" y="286668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3" name="Shape 40"/>
          <p:cNvSpPr/>
          <p:nvPr/>
        </p:nvSpPr>
        <p:spPr>
          <a:xfrm>
            <a:off x="1495081" y="299286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4" name="Shape 41"/>
          <p:cNvSpPr/>
          <p:nvPr/>
        </p:nvSpPr>
        <p:spPr>
          <a:xfrm>
            <a:off x="1747455" y="299286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5" name="Shape 42"/>
          <p:cNvSpPr/>
          <p:nvPr/>
        </p:nvSpPr>
        <p:spPr>
          <a:xfrm>
            <a:off x="2126017" y="299286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6" name="Shape 43"/>
          <p:cNvSpPr/>
          <p:nvPr/>
        </p:nvSpPr>
        <p:spPr>
          <a:xfrm>
            <a:off x="1106424" y="184708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7" name="Shape 44"/>
          <p:cNvSpPr/>
          <p:nvPr/>
        </p:nvSpPr>
        <p:spPr>
          <a:xfrm>
            <a:off x="1232611" y="1973275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48" name="Shape 45"/>
          <p:cNvSpPr/>
          <p:nvPr/>
        </p:nvSpPr>
        <p:spPr>
          <a:xfrm>
            <a:off x="1989734" y="184708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9" name="Shape 46"/>
          <p:cNvSpPr/>
          <p:nvPr/>
        </p:nvSpPr>
        <p:spPr>
          <a:xfrm>
            <a:off x="2115922" y="1973275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50" name="Shape 47"/>
          <p:cNvSpPr/>
          <p:nvPr/>
        </p:nvSpPr>
        <p:spPr>
          <a:xfrm>
            <a:off x="1106424" y="273039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1" name="Shape 48"/>
          <p:cNvSpPr/>
          <p:nvPr/>
        </p:nvSpPr>
        <p:spPr>
          <a:xfrm>
            <a:off x="1232611" y="2856586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52" name="Text 49"/>
          <p:cNvSpPr/>
          <p:nvPr/>
        </p:nvSpPr>
        <p:spPr>
          <a:xfrm>
            <a:off x="777240" y="3182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3017520" y="1645920"/>
            <a:ext cx="1920240" cy="1920240"/>
          </a:xfrm>
          <a:prstGeom prst="roundRect">
            <a:avLst>
              <a:gd name="adj" fmla="val 3333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346704" y="1847088"/>
            <a:ext cx="1261872" cy="1261872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55" name="Shape 52"/>
          <p:cNvSpPr/>
          <p:nvPr/>
        </p:nvSpPr>
        <p:spPr>
          <a:xfrm>
            <a:off x="3735361" y="185718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6" name="Shape 53"/>
          <p:cNvSpPr/>
          <p:nvPr/>
        </p:nvSpPr>
        <p:spPr>
          <a:xfrm>
            <a:off x="3987735" y="185718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7" name="Shape 54"/>
          <p:cNvSpPr/>
          <p:nvPr/>
        </p:nvSpPr>
        <p:spPr>
          <a:xfrm>
            <a:off x="3861548" y="1983370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8" name="Shape 55"/>
          <p:cNvSpPr/>
          <p:nvPr/>
        </p:nvSpPr>
        <p:spPr>
          <a:xfrm>
            <a:off x="4113922" y="1983370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59" name="Shape 56"/>
          <p:cNvSpPr/>
          <p:nvPr/>
        </p:nvSpPr>
        <p:spPr>
          <a:xfrm>
            <a:off x="3735361" y="2109557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60" name="Shape 57"/>
          <p:cNvSpPr/>
          <p:nvPr/>
        </p:nvSpPr>
        <p:spPr>
          <a:xfrm>
            <a:off x="3987735" y="2109557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61" name="Shape 58"/>
          <p:cNvSpPr/>
          <p:nvPr/>
        </p:nvSpPr>
        <p:spPr>
          <a:xfrm>
            <a:off x="3356799" y="223574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62" name="Shape 59"/>
          <p:cNvSpPr/>
          <p:nvPr/>
        </p:nvSpPr>
        <p:spPr>
          <a:xfrm>
            <a:off x="3609173" y="223574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63" name="Shape 60"/>
          <p:cNvSpPr/>
          <p:nvPr/>
        </p:nvSpPr>
        <p:spPr>
          <a:xfrm>
            <a:off x="3861548" y="223574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64" name="Shape 61"/>
          <p:cNvSpPr/>
          <p:nvPr/>
        </p:nvSpPr>
        <p:spPr>
          <a:xfrm>
            <a:off x="4240109" y="223574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65" name="Shape 62"/>
          <p:cNvSpPr/>
          <p:nvPr/>
        </p:nvSpPr>
        <p:spPr>
          <a:xfrm>
            <a:off x="4492484" y="223574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66" name="Shape 63"/>
          <p:cNvSpPr/>
          <p:nvPr/>
        </p:nvSpPr>
        <p:spPr>
          <a:xfrm>
            <a:off x="3482986" y="236193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67" name="Shape 64"/>
          <p:cNvSpPr/>
          <p:nvPr/>
        </p:nvSpPr>
        <p:spPr>
          <a:xfrm>
            <a:off x="3735361" y="236193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68" name="Shape 65"/>
          <p:cNvSpPr/>
          <p:nvPr/>
        </p:nvSpPr>
        <p:spPr>
          <a:xfrm>
            <a:off x="4113922" y="236193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69" name="Shape 66"/>
          <p:cNvSpPr/>
          <p:nvPr/>
        </p:nvSpPr>
        <p:spPr>
          <a:xfrm>
            <a:off x="4366297" y="236193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0" name="Shape 67"/>
          <p:cNvSpPr/>
          <p:nvPr/>
        </p:nvSpPr>
        <p:spPr>
          <a:xfrm>
            <a:off x="3356799" y="248811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1" name="Shape 68"/>
          <p:cNvSpPr/>
          <p:nvPr/>
        </p:nvSpPr>
        <p:spPr>
          <a:xfrm>
            <a:off x="3609173" y="248811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2" name="Shape 69"/>
          <p:cNvSpPr/>
          <p:nvPr/>
        </p:nvSpPr>
        <p:spPr>
          <a:xfrm>
            <a:off x="3987735" y="248811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3" name="Shape 70"/>
          <p:cNvSpPr/>
          <p:nvPr/>
        </p:nvSpPr>
        <p:spPr>
          <a:xfrm>
            <a:off x="4240109" y="248811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4" name="Shape 71"/>
          <p:cNvSpPr/>
          <p:nvPr/>
        </p:nvSpPr>
        <p:spPr>
          <a:xfrm>
            <a:off x="4492484" y="248811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5" name="Shape 72"/>
          <p:cNvSpPr/>
          <p:nvPr/>
        </p:nvSpPr>
        <p:spPr>
          <a:xfrm>
            <a:off x="3482986" y="261430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6" name="Shape 73"/>
          <p:cNvSpPr/>
          <p:nvPr/>
        </p:nvSpPr>
        <p:spPr>
          <a:xfrm>
            <a:off x="3861548" y="261430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7" name="Shape 74"/>
          <p:cNvSpPr/>
          <p:nvPr/>
        </p:nvSpPr>
        <p:spPr>
          <a:xfrm>
            <a:off x="4113922" y="261430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8" name="Shape 75"/>
          <p:cNvSpPr/>
          <p:nvPr/>
        </p:nvSpPr>
        <p:spPr>
          <a:xfrm>
            <a:off x="4366297" y="261430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9" name="Shape 76"/>
          <p:cNvSpPr/>
          <p:nvPr/>
        </p:nvSpPr>
        <p:spPr>
          <a:xfrm>
            <a:off x="3735361" y="274049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0" name="Shape 77"/>
          <p:cNvSpPr/>
          <p:nvPr/>
        </p:nvSpPr>
        <p:spPr>
          <a:xfrm>
            <a:off x="3987735" y="274049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1" name="Shape 78"/>
          <p:cNvSpPr/>
          <p:nvPr/>
        </p:nvSpPr>
        <p:spPr>
          <a:xfrm>
            <a:off x="4240109" y="274049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2" name="Shape 79"/>
          <p:cNvSpPr/>
          <p:nvPr/>
        </p:nvSpPr>
        <p:spPr>
          <a:xfrm>
            <a:off x="3861548" y="286668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3" name="Shape 80"/>
          <p:cNvSpPr/>
          <p:nvPr/>
        </p:nvSpPr>
        <p:spPr>
          <a:xfrm>
            <a:off x="4113922" y="286668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4" name="Shape 81"/>
          <p:cNvSpPr/>
          <p:nvPr/>
        </p:nvSpPr>
        <p:spPr>
          <a:xfrm>
            <a:off x="4492484" y="286668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5" name="Shape 82"/>
          <p:cNvSpPr/>
          <p:nvPr/>
        </p:nvSpPr>
        <p:spPr>
          <a:xfrm>
            <a:off x="3735361" y="299286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6" name="Shape 83"/>
          <p:cNvSpPr/>
          <p:nvPr/>
        </p:nvSpPr>
        <p:spPr>
          <a:xfrm>
            <a:off x="3987735" y="299286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7" name="Shape 84"/>
          <p:cNvSpPr/>
          <p:nvPr/>
        </p:nvSpPr>
        <p:spPr>
          <a:xfrm>
            <a:off x="4366297" y="299286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8" name="Shape 85"/>
          <p:cNvSpPr/>
          <p:nvPr/>
        </p:nvSpPr>
        <p:spPr>
          <a:xfrm>
            <a:off x="3346704" y="184708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9" name="Shape 86"/>
          <p:cNvSpPr/>
          <p:nvPr/>
        </p:nvSpPr>
        <p:spPr>
          <a:xfrm>
            <a:off x="3472891" y="1973275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90" name="Shape 87"/>
          <p:cNvSpPr/>
          <p:nvPr/>
        </p:nvSpPr>
        <p:spPr>
          <a:xfrm>
            <a:off x="4230014" y="184708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91" name="Shape 88"/>
          <p:cNvSpPr/>
          <p:nvPr/>
        </p:nvSpPr>
        <p:spPr>
          <a:xfrm>
            <a:off x="4356202" y="1973275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92" name="Shape 89"/>
          <p:cNvSpPr/>
          <p:nvPr/>
        </p:nvSpPr>
        <p:spPr>
          <a:xfrm>
            <a:off x="3346704" y="273039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93" name="Shape 90"/>
          <p:cNvSpPr/>
          <p:nvPr/>
        </p:nvSpPr>
        <p:spPr>
          <a:xfrm>
            <a:off x="3472891" y="2856586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94" name="Text 91"/>
          <p:cNvSpPr/>
          <p:nvPr/>
        </p:nvSpPr>
        <p:spPr>
          <a:xfrm>
            <a:off x="3017520" y="3182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</a:t>
            </a:r>
            <a:endParaRPr lang="en-US" sz="1300" dirty="0"/>
          </a:p>
        </p:txBody>
      </p:sp>
      <p:sp>
        <p:nvSpPr>
          <p:cNvPr id="95" name="Shape 92"/>
          <p:cNvSpPr/>
          <p:nvPr/>
        </p:nvSpPr>
        <p:spPr>
          <a:xfrm>
            <a:off x="777240" y="3886200"/>
            <a:ext cx="1920240" cy="1920240"/>
          </a:xfrm>
          <a:prstGeom prst="roundRect">
            <a:avLst>
              <a:gd name="adj" fmla="val 3333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106424" y="4087368"/>
            <a:ext cx="1261872" cy="1261872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97" name="Shape 94"/>
          <p:cNvSpPr/>
          <p:nvPr/>
        </p:nvSpPr>
        <p:spPr>
          <a:xfrm>
            <a:off x="1495081" y="409746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98" name="Shape 95"/>
          <p:cNvSpPr/>
          <p:nvPr/>
        </p:nvSpPr>
        <p:spPr>
          <a:xfrm>
            <a:off x="1747455" y="409746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99" name="Shape 96"/>
          <p:cNvSpPr/>
          <p:nvPr/>
        </p:nvSpPr>
        <p:spPr>
          <a:xfrm>
            <a:off x="1621268" y="4223650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00" name="Shape 97"/>
          <p:cNvSpPr/>
          <p:nvPr/>
        </p:nvSpPr>
        <p:spPr>
          <a:xfrm>
            <a:off x="1873642" y="4223650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01" name="Shape 98"/>
          <p:cNvSpPr/>
          <p:nvPr/>
        </p:nvSpPr>
        <p:spPr>
          <a:xfrm>
            <a:off x="1495081" y="4349837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02" name="Shape 99"/>
          <p:cNvSpPr/>
          <p:nvPr/>
        </p:nvSpPr>
        <p:spPr>
          <a:xfrm>
            <a:off x="1747455" y="4349837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03" name="Shape 100"/>
          <p:cNvSpPr/>
          <p:nvPr/>
        </p:nvSpPr>
        <p:spPr>
          <a:xfrm>
            <a:off x="1116519" y="447602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04" name="Shape 101"/>
          <p:cNvSpPr/>
          <p:nvPr/>
        </p:nvSpPr>
        <p:spPr>
          <a:xfrm>
            <a:off x="1368893" y="447602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05" name="Shape 102"/>
          <p:cNvSpPr/>
          <p:nvPr/>
        </p:nvSpPr>
        <p:spPr>
          <a:xfrm>
            <a:off x="1621268" y="447602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06" name="Shape 103"/>
          <p:cNvSpPr/>
          <p:nvPr/>
        </p:nvSpPr>
        <p:spPr>
          <a:xfrm>
            <a:off x="1999829" y="447602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07" name="Shape 104"/>
          <p:cNvSpPr/>
          <p:nvPr/>
        </p:nvSpPr>
        <p:spPr>
          <a:xfrm>
            <a:off x="2252204" y="447602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08" name="Shape 105"/>
          <p:cNvSpPr/>
          <p:nvPr/>
        </p:nvSpPr>
        <p:spPr>
          <a:xfrm>
            <a:off x="1242706" y="460221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09" name="Shape 106"/>
          <p:cNvSpPr/>
          <p:nvPr/>
        </p:nvSpPr>
        <p:spPr>
          <a:xfrm>
            <a:off x="1495081" y="460221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10" name="Shape 107"/>
          <p:cNvSpPr/>
          <p:nvPr/>
        </p:nvSpPr>
        <p:spPr>
          <a:xfrm>
            <a:off x="1873642" y="460221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11" name="Shape 108"/>
          <p:cNvSpPr/>
          <p:nvPr/>
        </p:nvSpPr>
        <p:spPr>
          <a:xfrm>
            <a:off x="2126017" y="460221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12" name="Shape 109"/>
          <p:cNvSpPr/>
          <p:nvPr/>
        </p:nvSpPr>
        <p:spPr>
          <a:xfrm>
            <a:off x="1116519" y="472839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13" name="Shape 110"/>
          <p:cNvSpPr/>
          <p:nvPr/>
        </p:nvSpPr>
        <p:spPr>
          <a:xfrm>
            <a:off x="1368893" y="472839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14" name="Shape 111"/>
          <p:cNvSpPr/>
          <p:nvPr/>
        </p:nvSpPr>
        <p:spPr>
          <a:xfrm>
            <a:off x="1747455" y="472839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15" name="Shape 112"/>
          <p:cNvSpPr/>
          <p:nvPr/>
        </p:nvSpPr>
        <p:spPr>
          <a:xfrm>
            <a:off x="1999829" y="472839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16" name="Shape 113"/>
          <p:cNvSpPr/>
          <p:nvPr/>
        </p:nvSpPr>
        <p:spPr>
          <a:xfrm>
            <a:off x="2252204" y="472839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17" name="Shape 114"/>
          <p:cNvSpPr/>
          <p:nvPr/>
        </p:nvSpPr>
        <p:spPr>
          <a:xfrm>
            <a:off x="1242706" y="485458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18" name="Shape 115"/>
          <p:cNvSpPr/>
          <p:nvPr/>
        </p:nvSpPr>
        <p:spPr>
          <a:xfrm>
            <a:off x="1621268" y="485458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19" name="Shape 116"/>
          <p:cNvSpPr/>
          <p:nvPr/>
        </p:nvSpPr>
        <p:spPr>
          <a:xfrm>
            <a:off x="1873642" y="485458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20" name="Shape 117"/>
          <p:cNvSpPr/>
          <p:nvPr/>
        </p:nvSpPr>
        <p:spPr>
          <a:xfrm>
            <a:off x="2126017" y="485458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21" name="Shape 118"/>
          <p:cNvSpPr/>
          <p:nvPr/>
        </p:nvSpPr>
        <p:spPr>
          <a:xfrm>
            <a:off x="1495081" y="498077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22" name="Shape 119"/>
          <p:cNvSpPr/>
          <p:nvPr/>
        </p:nvSpPr>
        <p:spPr>
          <a:xfrm>
            <a:off x="1747455" y="498077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23" name="Shape 120"/>
          <p:cNvSpPr/>
          <p:nvPr/>
        </p:nvSpPr>
        <p:spPr>
          <a:xfrm>
            <a:off x="1999829" y="498077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24" name="Shape 121"/>
          <p:cNvSpPr/>
          <p:nvPr/>
        </p:nvSpPr>
        <p:spPr>
          <a:xfrm>
            <a:off x="1621268" y="510696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25" name="Shape 122"/>
          <p:cNvSpPr/>
          <p:nvPr/>
        </p:nvSpPr>
        <p:spPr>
          <a:xfrm>
            <a:off x="1873642" y="510696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26" name="Shape 123"/>
          <p:cNvSpPr/>
          <p:nvPr/>
        </p:nvSpPr>
        <p:spPr>
          <a:xfrm>
            <a:off x="2252204" y="510696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27" name="Shape 124"/>
          <p:cNvSpPr/>
          <p:nvPr/>
        </p:nvSpPr>
        <p:spPr>
          <a:xfrm>
            <a:off x="1495081" y="523314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28" name="Shape 125"/>
          <p:cNvSpPr/>
          <p:nvPr/>
        </p:nvSpPr>
        <p:spPr>
          <a:xfrm>
            <a:off x="1747455" y="523314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29" name="Shape 126"/>
          <p:cNvSpPr/>
          <p:nvPr/>
        </p:nvSpPr>
        <p:spPr>
          <a:xfrm>
            <a:off x="2126017" y="523314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106424" y="408736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31" name="Shape 128"/>
          <p:cNvSpPr/>
          <p:nvPr/>
        </p:nvSpPr>
        <p:spPr>
          <a:xfrm>
            <a:off x="1232611" y="4213555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32" name="Shape 129"/>
          <p:cNvSpPr/>
          <p:nvPr/>
        </p:nvSpPr>
        <p:spPr>
          <a:xfrm>
            <a:off x="1989734" y="408736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33" name="Shape 130"/>
          <p:cNvSpPr/>
          <p:nvPr/>
        </p:nvSpPr>
        <p:spPr>
          <a:xfrm>
            <a:off x="2115922" y="4213555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34" name="Shape 131"/>
          <p:cNvSpPr/>
          <p:nvPr/>
        </p:nvSpPr>
        <p:spPr>
          <a:xfrm>
            <a:off x="1106424" y="497067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35" name="Shape 132"/>
          <p:cNvSpPr/>
          <p:nvPr/>
        </p:nvSpPr>
        <p:spPr>
          <a:xfrm>
            <a:off x="1232611" y="5096866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36" name="Text 133"/>
          <p:cNvSpPr/>
          <p:nvPr/>
        </p:nvSpPr>
        <p:spPr>
          <a:xfrm>
            <a:off x="777240" y="5422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主页</a:t>
            </a:r>
            <a:endParaRPr lang="en-US" sz="1300" dirty="0"/>
          </a:p>
        </p:txBody>
      </p:sp>
      <p:sp>
        <p:nvSpPr>
          <p:cNvPr id="137" name="Shape 134"/>
          <p:cNvSpPr/>
          <p:nvPr/>
        </p:nvSpPr>
        <p:spPr>
          <a:xfrm>
            <a:off x="3017520" y="3886200"/>
            <a:ext cx="1920240" cy="1920240"/>
          </a:xfrm>
          <a:prstGeom prst="roundRect">
            <a:avLst>
              <a:gd name="adj" fmla="val 3333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346704" y="4087368"/>
            <a:ext cx="1261872" cy="1261872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39" name="Shape 136"/>
          <p:cNvSpPr/>
          <p:nvPr/>
        </p:nvSpPr>
        <p:spPr>
          <a:xfrm>
            <a:off x="3735361" y="409746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0" name="Shape 137"/>
          <p:cNvSpPr/>
          <p:nvPr/>
        </p:nvSpPr>
        <p:spPr>
          <a:xfrm>
            <a:off x="3987735" y="409746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1" name="Shape 138"/>
          <p:cNvSpPr/>
          <p:nvPr/>
        </p:nvSpPr>
        <p:spPr>
          <a:xfrm>
            <a:off x="3861548" y="4223650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2" name="Shape 139"/>
          <p:cNvSpPr/>
          <p:nvPr/>
        </p:nvSpPr>
        <p:spPr>
          <a:xfrm>
            <a:off x="4113922" y="4223650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3" name="Shape 140"/>
          <p:cNvSpPr/>
          <p:nvPr/>
        </p:nvSpPr>
        <p:spPr>
          <a:xfrm>
            <a:off x="3735361" y="4349837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4" name="Shape 141"/>
          <p:cNvSpPr/>
          <p:nvPr/>
        </p:nvSpPr>
        <p:spPr>
          <a:xfrm>
            <a:off x="3987735" y="4349837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5" name="Shape 142"/>
          <p:cNvSpPr/>
          <p:nvPr/>
        </p:nvSpPr>
        <p:spPr>
          <a:xfrm>
            <a:off x="3356799" y="447602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6" name="Shape 143"/>
          <p:cNvSpPr/>
          <p:nvPr/>
        </p:nvSpPr>
        <p:spPr>
          <a:xfrm>
            <a:off x="3609173" y="447602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7" name="Shape 144"/>
          <p:cNvSpPr/>
          <p:nvPr/>
        </p:nvSpPr>
        <p:spPr>
          <a:xfrm>
            <a:off x="3861548" y="447602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8" name="Shape 145"/>
          <p:cNvSpPr/>
          <p:nvPr/>
        </p:nvSpPr>
        <p:spPr>
          <a:xfrm>
            <a:off x="4240109" y="447602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9" name="Shape 146"/>
          <p:cNvSpPr/>
          <p:nvPr/>
        </p:nvSpPr>
        <p:spPr>
          <a:xfrm>
            <a:off x="4492484" y="4476025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50" name="Shape 147"/>
          <p:cNvSpPr/>
          <p:nvPr/>
        </p:nvSpPr>
        <p:spPr>
          <a:xfrm>
            <a:off x="3482986" y="460221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51" name="Shape 148"/>
          <p:cNvSpPr/>
          <p:nvPr/>
        </p:nvSpPr>
        <p:spPr>
          <a:xfrm>
            <a:off x="3735361" y="460221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52" name="Shape 149"/>
          <p:cNvSpPr/>
          <p:nvPr/>
        </p:nvSpPr>
        <p:spPr>
          <a:xfrm>
            <a:off x="4113922" y="460221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53" name="Shape 150"/>
          <p:cNvSpPr/>
          <p:nvPr/>
        </p:nvSpPr>
        <p:spPr>
          <a:xfrm>
            <a:off x="4366297" y="4602212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54" name="Shape 151"/>
          <p:cNvSpPr/>
          <p:nvPr/>
        </p:nvSpPr>
        <p:spPr>
          <a:xfrm>
            <a:off x="3356799" y="472839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55" name="Shape 152"/>
          <p:cNvSpPr/>
          <p:nvPr/>
        </p:nvSpPr>
        <p:spPr>
          <a:xfrm>
            <a:off x="3609173" y="472839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56" name="Shape 153"/>
          <p:cNvSpPr/>
          <p:nvPr/>
        </p:nvSpPr>
        <p:spPr>
          <a:xfrm>
            <a:off x="3987735" y="472839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57" name="Shape 154"/>
          <p:cNvSpPr/>
          <p:nvPr/>
        </p:nvSpPr>
        <p:spPr>
          <a:xfrm>
            <a:off x="4240109" y="472839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58" name="Shape 155"/>
          <p:cNvSpPr/>
          <p:nvPr/>
        </p:nvSpPr>
        <p:spPr>
          <a:xfrm>
            <a:off x="4492484" y="4728399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59" name="Shape 156"/>
          <p:cNvSpPr/>
          <p:nvPr/>
        </p:nvSpPr>
        <p:spPr>
          <a:xfrm>
            <a:off x="3482986" y="485458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0" name="Shape 157"/>
          <p:cNvSpPr/>
          <p:nvPr/>
        </p:nvSpPr>
        <p:spPr>
          <a:xfrm>
            <a:off x="3861548" y="485458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1" name="Shape 158"/>
          <p:cNvSpPr/>
          <p:nvPr/>
        </p:nvSpPr>
        <p:spPr>
          <a:xfrm>
            <a:off x="4113922" y="485458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2" name="Shape 159"/>
          <p:cNvSpPr/>
          <p:nvPr/>
        </p:nvSpPr>
        <p:spPr>
          <a:xfrm>
            <a:off x="4366297" y="4854586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3" name="Shape 160"/>
          <p:cNvSpPr/>
          <p:nvPr/>
        </p:nvSpPr>
        <p:spPr>
          <a:xfrm>
            <a:off x="3735361" y="498077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4" name="Shape 161"/>
          <p:cNvSpPr/>
          <p:nvPr/>
        </p:nvSpPr>
        <p:spPr>
          <a:xfrm>
            <a:off x="3987735" y="498077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5" name="Shape 162"/>
          <p:cNvSpPr/>
          <p:nvPr/>
        </p:nvSpPr>
        <p:spPr>
          <a:xfrm>
            <a:off x="4240109" y="4980773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6" name="Shape 163"/>
          <p:cNvSpPr/>
          <p:nvPr/>
        </p:nvSpPr>
        <p:spPr>
          <a:xfrm>
            <a:off x="3861548" y="510696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7" name="Shape 164"/>
          <p:cNvSpPr/>
          <p:nvPr/>
        </p:nvSpPr>
        <p:spPr>
          <a:xfrm>
            <a:off x="4113922" y="510696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8" name="Shape 165"/>
          <p:cNvSpPr/>
          <p:nvPr/>
        </p:nvSpPr>
        <p:spPr>
          <a:xfrm>
            <a:off x="4492484" y="5106961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9" name="Shape 166"/>
          <p:cNvSpPr/>
          <p:nvPr/>
        </p:nvSpPr>
        <p:spPr>
          <a:xfrm>
            <a:off x="3735361" y="523314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70" name="Shape 167"/>
          <p:cNvSpPr/>
          <p:nvPr/>
        </p:nvSpPr>
        <p:spPr>
          <a:xfrm>
            <a:off x="3987735" y="523314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71" name="Shape 168"/>
          <p:cNvSpPr/>
          <p:nvPr/>
        </p:nvSpPr>
        <p:spPr>
          <a:xfrm>
            <a:off x="4366297" y="5233148"/>
            <a:ext cx="105997" cy="10599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72" name="Shape 169"/>
          <p:cNvSpPr/>
          <p:nvPr/>
        </p:nvSpPr>
        <p:spPr>
          <a:xfrm>
            <a:off x="3346704" y="408736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73" name="Shape 170"/>
          <p:cNvSpPr/>
          <p:nvPr/>
        </p:nvSpPr>
        <p:spPr>
          <a:xfrm>
            <a:off x="3472891" y="4213555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74" name="Shape 171"/>
          <p:cNvSpPr/>
          <p:nvPr/>
        </p:nvSpPr>
        <p:spPr>
          <a:xfrm>
            <a:off x="4230014" y="408736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75" name="Shape 172"/>
          <p:cNvSpPr/>
          <p:nvPr/>
        </p:nvSpPr>
        <p:spPr>
          <a:xfrm>
            <a:off x="4356202" y="4213555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76" name="Shape 173"/>
          <p:cNvSpPr/>
          <p:nvPr/>
        </p:nvSpPr>
        <p:spPr>
          <a:xfrm>
            <a:off x="3346704" y="4970678"/>
            <a:ext cx="378562" cy="37856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77" name="Shape 174"/>
          <p:cNvSpPr/>
          <p:nvPr/>
        </p:nvSpPr>
        <p:spPr>
          <a:xfrm>
            <a:off x="3472891" y="5096866"/>
            <a:ext cx="126187" cy="126187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78" name="Text 175"/>
          <p:cNvSpPr/>
          <p:nvPr/>
        </p:nvSpPr>
        <p:spPr>
          <a:xfrm>
            <a:off x="3017520" y="5422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</a:t>
            </a:r>
            <a:endParaRPr lang="en-US" sz="1300" dirty="0"/>
          </a:p>
        </p:txBody>
      </p:sp>
      <p:sp>
        <p:nvSpPr>
          <p:cNvPr id="179" name="Text 176"/>
          <p:cNvSpPr/>
          <p:nvPr/>
        </p:nvSpPr>
        <p:spPr>
          <a:xfrm>
            <a:off x="5806440" y="1920240"/>
            <a:ext cx="5897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 网格同屏，四张码各配中文标签</a:t>
            </a:r>
            <a:endParaRPr lang="en-US" sz="1550" dirty="0"/>
          </a:p>
          <a:p>
            <a:pPr algn="l" marL="152400" indent="-152400"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设备端输入文本，秒级生成二维码</a:t>
            </a:r>
            <a:endParaRPr lang="en-US" sz="1550" dirty="0"/>
          </a:p>
          <a:p>
            <a:pPr algn="l" marL="152400" indent="-152400"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手机上传图片：先裁剪、再上传、即生效</a:t>
            </a:r>
            <a:endParaRPr lang="en-US" sz="1550" dirty="0"/>
          </a:p>
          <a:p>
            <a:pPr algn="l" marL="152400" indent="-152400">
              <a:spcAft>
                <a:spcPts val="1600"/>
              </a:spcAft>
              <a:buSzPct val="100000"/>
              <a:buChar char="▪"/>
            </a:pPr>
            <a:r>
              <a:rPr lang="en-US" sz="15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 · 邮箱 · 主页 · 仓库，一格一场景</a:t>
            </a:r>
            <a:endParaRPr lang="en-US" sz="1550" dirty="0"/>
          </a:p>
        </p:txBody>
      </p:sp>
      <p:sp>
        <p:nvSpPr>
          <p:cNvPr id="180" name="Text 177"/>
          <p:cNvSpPr/>
          <p:nvPr/>
        </p:nvSpPr>
        <p:spPr>
          <a:xfrm>
            <a:off x="5806440" y="5669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标签与内容均在配网门户中编辑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03 · 像素宠物 · 上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拓麻歌子式养成系统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508760"/>
            <a:ext cx="2331720" cy="2103120"/>
          </a:xfrm>
          <a:prstGeom prst="roundRect">
            <a:avLst>
              <a:gd name="adj" fmla="val 3043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08760" y="17602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" name="Shape 10"/>
          <p:cNvSpPr/>
          <p:nvPr/>
        </p:nvSpPr>
        <p:spPr>
          <a:xfrm>
            <a:off x="1645920" y="17602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" name="Shape 11"/>
          <p:cNvSpPr/>
          <p:nvPr/>
        </p:nvSpPr>
        <p:spPr>
          <a:xfrm>
            <a:off x="1783080" y="17602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" name="Shape 12"/>
          <p:cNvSpPr/>
          <p:nvPr/>
        </p:nvSpPr>
        <p:spPr>
          <a:xfrm>
            <a:off x="1371600" y="18973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" name="Shape 13"/>
          <p:cNvSpPr/>
          <p:nvPr/>
        </p:nvSpPr>
        <p:spPr>
          <a:xfrm>
            <a:off x="1508760" y="18973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" name="Shape 14"/>
          <p:cNvSpPr/>
          <p:nvPr/>
        </p:nvSpPr>
        <p:spPr>
          <a:xfrm>
            <a:off x="1645920" y="18973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8" name="Shape 15"/>
          <p:cNvSpPr/>
          <p:nvPr/>
        </p:nvSpPr>
        <p:spPr>
          <a:xfrm>
            <a:off x="1783080" y="18973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" name="Shape 16"/>
          <p:cNvSpPr/>
          <p:nvPr/>
        </p:nvSpPr>
        <p:spPr>
          <a:xfrm>
            <a:off x="1920240" y="18973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" name="Shape 17"/>
          <p:cNvSpPr/>
          <p:nvPr/>
        </p:nvSpPr>
        <p:spPr>
          <a:xfrm>
            <a:off x="123444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" name="Shape 18"/>
          <p:cNvSpPr/>
          <p:nvPr/>
        </p:nvSpPr>
        <p:spPr>
          <a:xfrm>
            <a:off x="137160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" name="Shape 19"/>
          <p:cNvSpPr/>
          <p:nvPr/>
        </p:nvSpPr>
        <p:spPr>
          <a:xfrm>
            <a:off x="150876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" name="Shape 20"/>
          <p:cNvSpPr/>
          <p:nvPr/>
        </p:nvSpPr>
        <p:spPr>
          <a:xfrm>
            <a:off x="164592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4" name="Shape 21"/>
          <p:cNvSpPr/>
          <p:nvPr/>
        </p:nvSpPr>
        <p:spPr>
          <a:xfrm>
            <a:off x="178308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5" name="Shape 22"/>
          <p:cNvSpPr/>
          <p:nvPr/>
        </p:nvSpPr>
        <p:spPr>
          <a:xfrm>
            <a:off x="192024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" name="Shape 23"/>
          <p:cNvSpPr/>
          <p:nvPr/>
        </p:nvSpPr>
        <p:spPr>
          <a:xfrm>
            <a:off x="205740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" name="Shape 24"/>
          <p:cNvSpPr/>
          <p:nvPr/>
        </p:nvSpPr>
        <p:spPr>
          <a:xfrm>
            <a:off x="1234440" y="21717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8" name="Shape 25"/>
          <p:cNvSpPr/>
          <p:nvPr/>
        </p:nvSpPr>
        <p:spPr>
          <a:xfrm>
            <a:off x="1371600" y="2171700"/>
            <a:ext cx="126187" cy="12618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9" name="Shape 26"/>
          <p:cNvSpPr/>
          <p:nvPr/>
        </p:nvSpPr>
        <p:spPr>
          <a:xfrm>
            <a:off x="1508760" y="21717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0" name="Shape 27"/>
          <p:cNvSpPr/>
          <p:nvPr/>
        </p:nvSpPr>
        <p:spPr>
          <a:xfrm>
            <a:off x="1645920" y="21717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1" name="Shape 28"/>
          <p:cNvSpPr/>
          <p:nvPr/>
        </p:nvSpPr>
        <p:spPr>
          <a:xfrm>
            <a:off x="1783080" y="21717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2" name="Shape 29"/>
          <p:cNvSpPr/>
          <p:nvPr/>
        </p:nvSpPr>
        <p:spPr>
          <a:xfrm>
            <a:off x="1920240" y="2171700"/>
            <a:ext cx="126187" cy="12618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3" name="Shape 30"/>
          <p:cNvSpPr/>
          <p:nvPr/>
        </p:nvSpPr>
        <p:spPr>
          <a:xfrm>
            <a:off x="2057400" y="21717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4" name="Shape 31"/>
          <p:cNvSpPr/>
          <p:nvPr/>
        </p:nvSpPr>
        <p:spPr>
          <a:xfrm>
            <a:off x="123444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5" name="Shape 32"/>
          <p:cNvSpPr/>
          <p:nvPr/>
        </p:nvSpPr>
        <p:spPr>
          <a:xfrm>
            <a:off x="137160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6" name="Shape 33"/>
          <p:cNvSpPr/>
          <p:nvPr/>
        </p:nvSpPr>
        <p:spPr>
          <a:xfrm>
            <a:off x="150876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7" name="Shape 34"/>
          <p:cNvSpPr/>
          <p:nvPr/>
        </p:nvSpPr>
        <p:spPr>
          <a:xfrm>
            <a:off x="164592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8" name="Shape 35"/>
          <p:cNvSpPr/>
          <p:nvPr/>
        </p:nvSpPr>
        <p:spPr>
          <a:xfrm>
            <a:off x="178308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9" name="Shape 36"/>
          <p:cNvSpPr/>
          <p:nvPr/>
        </p:nvSpPr>
        <p:spPr>
          <a:xfrm>
            <a:off x="192024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0" name="Shape 37"/>
          <p:cNvSpPr/>
          <p:nvPr/>
        </p:nvSpPr>
        <p:spPr>
          <a:xfrm>
            <a:off x="205740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1" name="Shape 38"/>
          <p:cNvSpPr/>
          <p:nvPr/>
        </p:nvSpPr>
        <p:spPr>
          <a:xfrm>
            <a:off x="123444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2" name="Shape 39"/>
          <p:cNvSpPr/>
          <p:nvPr/>
        </p:nvSpPr>
        <p:spPr>
          <a:xfrm>
            <a:off x="137160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3" name="Shape 40"/>
          <p:cNvSpPr/>
          <p:nvPr/>
        </p:nvSpPr>
        <p:spPr>
          <a:xfrm>
            <a:off x="150876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4" name="Shape 41"/>
          <p:cNvSpPr/>
          <p:nvPr/>
        </p:nvSpPr>
        <p:spPr>
          <a:xfrm>
            <a:off x="1645920" y="2446020"/>
            <a:ext cx="126187" cy="12618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5" name="Shape 42"/>
          <p:cNvSpPr/>
          <p:nvPr/>
        </p:nvSpPr>
        <p:spPr>
          <a:xfrm>
            <a:off x="178308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6" name="Shape 43"/>
          <p:cNvSpPr/>
          <p:nvPr/>
        </p:nvSpPr>
        <p:spPr>
          <a:xfrm>
            <a:off x="192024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7" name="Shape 44"/>
          <p:cNvSpPr/>
          <p:nvPr/>
        </p:nvSpPr>
        <p:spPr>
          <a:xfrm>
            <a:off x="205740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8" name="Shape 45"/>
          <p:cNvSpPr/>
          <p:nvPr/>
        </p:nvSpPr>
        <p:spPr>
          <a:xfrm>
            <a:off x="123444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9" name="Shape 46"/>
          <p:cNvSpPr/>
          <p:nvPr/>
        </p:nvSpPr>
        <p:spPr>
          <a:xfrm>
            <a:off x="137160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0" name="Shape 47"/>
          <p:cNvSpPr/>
          <p:nvPr/>
        </p:nvSpPr>
        <p:spPr>
          <a:xfrm>
            <a:off x="150876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1" name="Shape 48"/>
          <p:cNvSpPr/>
          <p:nvPr/>
        </p:nvSpPr>
        <p:spPr>
          <a:xfrm>
            <a:off x="164592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2" name="Shape 49"/>
          <p:cNvSpPr/>
          <p:nvPr/>
        </p:nvSpPr>
        <p:spPr>
          <a:xfrm>
            <a:off x="178308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3" name="Shape 50"/>
          <p:cNvSpPr/>
          <p:nvPr/>
        </p:nvSpPr>
        <p:spPr>
          <a:xfrm>
            <a:off x="192024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4" name="Shape 51"/>
          <p:cNvSpPr/>
          <p:nvPr/>
        </p:nvSpPr>
        <p:spPr>
          <a:xfrm>
            <a:off x="205740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5" name="Shape 52"/>
          <p:cNvSpPr/>
          <p:nvPr/>
        </p:nvSpPr>
        <p:spPr>
          <a:xfrm>
            <a:off x="1371600" y="27203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6" name="Shape 53"/>
          <p:cNvSpPr/>
          <p:nvPr/>
        </p:nvSpPr>
        <p:spPr>
          <a:xfrm>
            <a:off x="1508760" y="27203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7" name="Shape 54"/>
          <p:cNvSpPr/>
          <p:nvPr/>
        </p:nvSpPr>
        <p:spPr>
          <a:xfrm>
            <a:off x="1645920" y="27203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8" name="Shape 55"/>
          <p:cNvSpPr/>
          <p:nvPr/>
        </p:nvSpPr>
        <p:spPr>
          <a:xfrm>
            <a:off x="1783080" y="27203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9" name="Shape 56"/>
          <p:cNvSpPr/>
          <p:nvPr/>
        </p:nvSpPr>
        <p:spPr>
          <a:xfrm>
            <a:off x="1920240" y="27203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0" name="Shape 57"/>
          <p:cNvSpPr/>
          <p:nvPr/>
        </p:nvSpPr>
        <p:spPr>
          <a:xfrm>
            <a:off x="1508760" y="28575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1" name="Shape 58"/>
          <p:cNvSpPr/>
          <p:nvPr/>
        </p:nvSpPr>
        <p:spPr>
          <a:xfrm>
            <a:off x="1645920" y="28575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2" name="Shape 59"/>
          <p:cNvSpPr/>
          <p:nvPr/>
        </p:nvSpPr>
        <p:spPr>
          <a:xfrm>
            <a:off x="1783080" y="28575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3" name="Text 60"/>
          <p:cNvSpPr/>
          <p:nvPr/>
        </p:nvSpPr>
        <p:spPr>
          <a:xfrm>
            <a:off x="548640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2944368" y="2331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3429000" y="1508760"/>
            <a:ext cx="2331720" cy="2103120"/>
          </a:xfrm>
          <a:prstGeom prst="roundRect">
            <a:avLst>
              <a:gd name="adj" fmla="val 3043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114800" y="17602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7" name="Shape 64"/>
          <p:cNvSpPr/>
          <p:nvPr/>
        </p:nvSpPr>
        <p:spPr>
          <a:xfrm>
            <a:off x="4937760" y="17602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8" name="Shape 65"/>
          <p:cNvSpPr/>
          <p:nvPr/>
        </p:nvSpPr>
        <p:spPr>
          <a:xfrm>
            <a:off x="4114800" y="18973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9" name="Shape 66"/>
          <p:cNvSpPr/>
          <p:nvPr/>
        </p:nvSpPr>
        <p:spPr>
          <a:xfrm>
            <a:off x="4251960" y="18973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0" name="Shape 67"/>
          <p:cNvSpPr/>
          <p:nvPr/>
        </p:nvSpPr>
        <p:spPr>
          <a:xfrm>
            <a:off x="4800600" y="18973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1" name="Shape 68"/>
          <p:cNvSpPr/>
          <p:nvPr/>
        </p:nvSpPr>
        <p:spPr>
          <a:xfrm>
            <a:off x="4937760" y="18973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2" name="Shape 69"/>
          <p:cNvSpPr/>
          <p:nvPr/>
        </p:nvSpPr>
        <p:spPr>
          <a:xfrm>
            <a:off x="411480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3" name="Shape 70"/>
          <p:cNvSpPr/>
          <p:nvPr/>
        </p:nvSpPr>
        <p:spPr>
          <a:xfrm>
            <a:off x="425196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4" name="Shape 71"/>
          <p:cNvSpPr/>
          <p:nvPr/>
        </p:nvSpPr>
        <p:spPr>
          <a:xfrm>
            <a:off x="438912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5" name="Shape 72"/>
          <p:cNvSpPr/>
          <p:nvPr/>
        </p:nvSpPr>
        <p:spPr>
          <a:xfrm>
            <a:off x="452628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6" name="Shape 73"/>
          <p:cNvSpPr/>
          <p:nvPr/>
        </p:nvSpPr>
        <p:spPr>
          <a:xfrm>
            <a:off x="466344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7" name="Shape 74"/>
          <p:cNvSpPr/>
          <p:nvPr/>
        </p:nvSpPr>
        <p:spPr>
          <a:xfrm>
            <a:off x="480060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8" name="Shape 75"/>
          <p:cNvSpPr/>
          <p:nvPr/>
        </p:nvSpPr>
        <p:spPr>
          <a:xfrm>
            <a:off x="4937760" y="20345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79" name="Shape 76"/>
          <p:cNvSpPr/>
          <p:nvPr/>
        </p:nvSpPr>
        <p:spPr>
          <a:xfrm>
            <a:off x="4114800" y="21717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0" name="Shape 77"/>
          <p:cNvSpPr/>
          <p:nvPr/>
        </p:nvSpPr>
        <p:spPr>
          <a:xfrm>
            <a:off x="4251960" y="2171700"/>
            <a:ext cx="126187" cy="12618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1" name="Shape 78"/>
          <p:cNvSpPr/>
          <p:nvPr/>
        </p:nvSpPr>
        <p:spPr>
          <a:xfrm>
            <a:off x="4389120" y="21717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2" name="Shape 79"/>
          <p:cNvSpPr/>
          <p:nvPr/>
        </p:nvSpPr>
        <p:spPr>
          <a:xfrm>
            <a:off x="4526280" y="21717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3" name="Shape 80"/>
          <p:cNvSpPr/>
          <p:nvPr/>
        </p:nvSpPr>
        <p:spPr>
          <a:xfrm>
            <a:off x="4663440" y="21717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4" name="Shape 81"/>
          <p:cNvSpPr/>
          <p:nvPr/>
        </p:nvSpPr>
        <p:spPr>
          <a:xfrm>
            <a:off x="4800600" y="2171700"/>
            <a:ext cx="126187" cy="12618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85" name="Shape 82"/>
          <p:cNvSpPr/>
          <p:nvPr/>
        </p:nvSpPr>
        <p:spPr>
          <a:xfrm>
            <a:off x="4937760" y="21717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6" name="Shape 83"/>
          <p:cNvSpPr/>
          <p:nvPr/>
        </p:nvSpPr>
        <p:spPr>
          <a:xfrm>
            <a:off x="411480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7" name="Shape 84"/>
          <p:cNvSpPr/>
          <p:nvPr/>
        </p:nvSpPr>
        <p:spPr>
          <a:xfrm>
            <a:off x="425196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8" name="Shape 85"/>
          <p:cNvSpPr/>
          <p:nvPr/>
        </p:nvSpPr>
        <p:spPr>
          <a:xfrm>
            <a:off x="438912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9" name="Shape 86"/>
          <p:cNvSpPr/>
          <p:nvPr/>
        </p:nvSpPr>
        <p:spPr>
          <a:xfrm>
            <a:off x="452628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0" name="Shape 87"/>
          <p:cNvSpPr/>
          <p:nvPr/>
        </p:nvSpPr>
        <p:spPr>
          <a:xfrm>
            <a:off x="466344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1" name="Shape 88"/>
          <p:cNvSpPr/>
          <p:nvPr/>
        </p:nvSpPr>
        <p:spPr>
          <a:xfrm>
            <a:off x="480060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2" name="Shape 89"/>
          <p:cNvSpPr/>
          <p:nvPr/>
        </p:nvSpPr>
        <p:spPr>
          <a:xfrm>
            <a:off x="4937760" y="230886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3" name="Shape 90"/>
          <p:cNvSpPr/>
          <p:nvPr/>
        </p:nvSpPr>
        <p:spPr>
          <a:xfrm>
            <a:off x="411480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4" name="Shape 91"/>
          <p:cNvSpPr/>
          <p:nvPr/>
        </p:nvSpPr>
        <p:spPr>
          <a:xfrm>
            <a:off x="425196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5" name="Shape 92"/>
          <p:cNvSpPr/>
          <p:nvPr/>
        </p:nvSpPr>
        <p:spPr>
          <a:xfrm>
            <a:off x="438912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6" name="Shape 93"/>
          <p:cNvSpPr/>
          <p:nvPr/>
        </p:nvSpPr>
        <p:spPr>
          <a:xfrm>
            <a:off x="4526280" y="2446020"/>
            <a:ext cx="126187" cy="126187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97" name="Shape 94"/>
          <p:cNvSpPr/>
          <p:nvPr/>
        </p:nvSpPr>
        <p:spPr>
          <a:xfrm>
            <a:off x="466344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8" name="Shape 95"/>
          <p:cNvSpPr/>
          <p:nvPr/>
        </p:nvSpPr>
        <p:spPr>
          <a:xfrm>
            <a:off x="480060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9" name="Shape 96"/>
          <p:cNvSpPr/>
          <p:nvPr/>
        </p:nvSpPr>
        <p:spPr>
          <a:xfrm>
            <a:off x="4937760" y="244602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0" name="Shape 97"/>
          <p:cNvSpPr/>
          <p:nvPr/>
        </p:nvSpPr>
        <p:spPr>
          <a:xfrm>
            <a:off x="411480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1" name="Shape 98"/>
          <p:cNvSpPr/>
          <p:nvPr/>
        </p:nvSpPr>
        <p:spPr>
          <a:xfrm>
            <a:off x="425196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2" name="Shape 99"/>
          <p:cNvSpPr/>
          <p:nvPr/>
        </p:nvSpPr>
        <p:spPr>
          <a:xfrm>
            <a:off x="438912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3" name="Shape 100"/>
          <p:cNvSpPr/>
          <p:nvPr/>
        </p:nvSpPr>
        <p:spPr>
          <a:xfrm>
            <a:off x="452628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4" name="Shape 101"/>
          <p:cNvSpPr/>
          <p:nvPr/>
        </p:nvSpPr>
        <p:spPr>
          <a:xfrm>
            <a:off x="466344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5" name="Shape 102"/>
          <p:cNvSpPr/>
          <p:nvPr/>
        </p:nvSpPr>
        <p:spPr>
          <a:xfrm>
            <a:off x="480060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6" name="Shape 103"/>
          <p:cNvSpPr/>
          <p:nvPr/>
        </p:nvSpPr>
        <p:spPr>
          <a:xfrm>
            <a:off x="4937760" y="258318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7" name="Shape 104"/>
          <p:cNvSpPr/>
          <p:nvPr/>
        </p:nvSpPr>
        <p:spPr>
          <a:xfrm>
            <a:off x="4251960" y="27203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8" name="Shape 105"/>
          <p:cNvSpPr/>
          <p:nvPr/>
        </p:nvSpPr>
        <p:spPr>
          <a:xfrm>
            <a:off x="4389120" y="27203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9" name="Shape 106"/>
          <p:cNvSpPr/>
          <p:nvPr/>
        </p:nvSpPr>
        <p:spPr>
          <a:xfrm>
            <a:off x="4526280" y="27203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10" name="Shape 107"/>
          <p:cNvSpPr/>
          <p:nvPr/>
        </p:nvSpPr>
        <p:spPr>
          <a:xfrm>
            <a:off x="4663440" y="27203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11" name="Shape 108"/>
          <p:cNvSpPr/>
          <p:nvPr/>
        </p:nvSpPr>
        <p:spPr>
          <a:xfrm>
            <a:off x="4800600" y="272034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12" name="Shape 109"/>
          <p:cNvSpPr/>
          <p:nvPr/>
        </p:nvSpPr>
        <p:spPr>
          <a:xfrm>
            <a:off x="4389120" y="28575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13" name="Shape 110"/>
          <p:cNvSpPr/>
          <p:nvPr/>
        </p:nvSpPr>
        <p:spPr>
          <a:xfrm>
            <a:off x="4663440" y="2857500"/>
            <a:ext cx="126187" cy="126187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14" name="Text 111"/>
          <p:cNvSpPr/>
          <p:nvPr/>
        </p:nvSpPr>
        <p:spPr>
          <a:xfrm>
            <a:off x="3429000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幼年</a:t>
            </a:r>
            <a:endParaRPr lang="en-US" sz="1400" dirty="0"/>
          </a:p>
        </p:txBody>
      </p:sp>
      <p:sp>
        <p:nvSpPr>
          <p:cNvPr id="115" name="Text 112"/>
          <p:cNvSpPr/>
          <p:nvPr/>
        </p:nvSpPr>
        <p:spPr>
          <a:xfrm>
            <a:off x="5824728" y="2331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16" name="Shape 113"/>
          <p:cNvSpPr/>
          <p:nvPr/>
        </p:nvSpPr>
        <p:spPr>
          <a:xfrm>
            <a:off x="6309360" y="1508760"/>
            <a:ext cx="2331720" cy="2103120"/>
          </a:xfrm>
          <a:prstGeom prst="roundRect">
            <a:avLst>
              <a:gd name="adj" fmla="val 3043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6970222" y="1816331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18" name="Shape 115"/>
          <p:cNvSpPr/>
          <p:nvPr/>
        </p:nvSpPr>
        <p:spPr>
          <a:xfrm>
            <a:off x="7082444" y="1816331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19" name="Shape 116"/>
          <p:cNvSpPr/>
          <p:nvPr/>
        </p:nvSpPr>
        <p:spPr>
          <a:xfrm>
            <a:off x="7755775" y="1816331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0" name="Shape 117"/>
          <p:cNvSpPr/>
          <p:nvPr/>
        </p:nvSpPr>
        <p:spPr>
          <a:xfrm>
            <a:off x="7867996" y="1816331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1" name="Shape 118"/>
          <p:cNvSpPr/>
          <p:nvPr/>
        </p:nvSpPr>
        <p:spPr>
          <a:xfrm>
            <a:off x="6970222" y="1928553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2" name="Shape 119"/>
          <p:cNvSpPr/>
          <p:nvPr/>
        </p:nvSpPr>
        <p:spPr>
          <a:xfrm>
            <a:off x="7082444" y="1928553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3" name="Shape 120"/>
          <p:cNvSpPr/>
          <p:nvPr/>
        </p:nvSpPr>
        <p:spPr>
          <a:xfrm>
            <a:off x="7194665" y="1928553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4" name="Shape 121"/>
          <p:cNvSpPr/>
          <p:nvPr/>
        </p:nvSpPr>
        <p:spPr>
          <a:xfrm>
            <a:off x="7643553" y="1928553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5" name="Shape 122"/>
          <p:cNvSpPr/>
          <p:nvPr/>
        </p:nvSpPr>
        <p:spPr>
          <a:xfrm>
            <a:off x="7755775" y="1928553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6" name="Shape 123"/>
          <p:cNvSpPr/>
          <p:nvPr/>
        </p:nvSpPr>
        <p:spPr>
          <a:xfrm>
            <a:off x="7867996" y="1928553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7" name="Shape 124"/>
          <p:cNvSpPr/>
          <p:nvPr/>
        </p:nvSpPr>
        <p:spPr>
          <a:xfrm>
            <a:off x="6970222" y="204077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8" name="Shape 125"/>
          <p:cNvSpPr/>
          <p:nvPr/>
        </p:nvSpPr>
        <p:spPr>
          <a:xfrm>
            <a:off x="7082444" y="204077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9" name="Shape 126"/>
          <p:cNvSpPr/>
          <p:nvPr/>
        </p:nvSpPr>
        <p:spPr>
          <a:xfrm>
            <a:off x="7194665" y="204077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0" name="Shape 127"/>
          <p:cNvSpPr/>
          <p:nvPr/>
        </p:nvSpPr>
        <p:spPr>
          <a:xfrm>
            <a:off x="7306887" y="204077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1" name="Shape 128"/>
          <p:cNvSpPr/>
          <p:nvPr/>
        </p:nvSpPr>
        <p:spPr>
          <a:xfrm>
            <a:off x="7419109" y="204077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2" name="Shape 129"/>
          <p:cNvSpPr/>
          <p:nvPr/>
        </p:nvSpPr>
        <p:spPr>
          <a:xfrm>
            <a:off x="7531331" y="204077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3" name="Shape 130"/>
          <p:cNvSpPr/>
          <p:nvPr/>
        </p:nvSpPr>
        <p:spPr>
          <a:xfrm>
            <a:off x="7643553" y="204077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4" name="Shape 131"/>
          <p:cNvSpPr/>
          <p:nvPr/>
        </p:nvSpPr>
        <p:spPr>
          <a:xfrm>
            <a:off x="7755775" y="204077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5" name="Shape 132"/>
          <p:cNvSpPr/>
          <p:nvPr/>
        </p:nvSpPr>
        <p:spPr>
          <a:xfrm>
            <a:off x="7867996" y="204077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6" name="Shape 133"/>
          <p:cNvSpPr/>
          <p:nvPr/>
        </p:nvSpPr>
        <p:spPr>
          <a:xfrm>
            <a:off x="6970222" y="2152996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7" name="Shape 134"/>
          <p:cNvSpPr/>
          <p:nvPr/>
        </p:nvSpPr>
        <p:spPr>
          <a:xfrm>
            <a:off x="7082444" y="2152996"/>
            <a:ext cx="103244" cy="103244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38" name="Shape 135"/>
          <p:cNvSpPr/>
          <p:nvPr/>
        </p:nvSpPr>
        <p:spPr>
          <a:xfrm>
            <a:off x="7194665" y="2152996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9" name="Shape 136"/>
          <p:cNvSpPr/>
          <p:nvPr/>
        </p:nvSpPr>
        <p:spPr>
          <a:xfrm>
            <a:off x="7306887" y="2152996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0" name="Shape 137"/>
          <p:cNvSpPr/>
          <p:nvPr/>
        </p:nvSpPr>
        <p:spPr>
          <a:xfrm>
            <a:off x="7419109" y="2152996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1" name="Shape 138"/>
          <p:cNvSpPr/>
          <p:nvPr/>
        </p:nvSpPr>
        <p:spPr>
          <a:xfrm>
            <a:off x="7531331" y="2152996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2" name="Shape 139"/>
          <p:cNvSpPr/>
          <p:nvPr/>
        </p:nvSpPr>
        <p:spPr>
          <a:xfrm>
            <a:off x="7643553" y="2152996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3" name="Shape 140"/>
          <p:cNvSpPr/>
          <p:nvPr/>
        </p:nvSpPr>
        <p:spPr>
          <a:xfrm>
            <a:off x="7755775" y="2152996"/>
            <a:ext cx="103244" cy="103244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44" name="Shape 141"/>
          <p:cNvSpPr/>
          <p:nvPr/>
        </p:nvSpPr>
        <p:spPr>
          <a:xfrm>
            <a:off x="7867996" y="2152996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5" name="Shape 142"/>
          <p:cNvSpPr/>
          <p:nvPr/>
        </p:nvSpPr>
        <p:spPr>
          <a:xfrm>
            <a:off x="6970222" y="2265218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6" name="Shape 143"/>
          <p:cNvSpPr/>
          <p:nvPr/>
        </p:nvSpPr>
        <p:spPr>
          <a:xfrm>
            <a:off x="7082444" y="2265218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7" name="Shape 144"/>
          <p:cNvSpPr/>
          <p:nvPr/>
        </p:nvSpPr>
        <p:spPr>
          <a:xfrm>
            <a:off x="7194665" y="2265218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8" name="Shape 145"/>
          <p:cNvSpPr/>
          <p:nvPr/>
        </p:nvSpPr>
        <p:spPr>
          <a:xfrm>
            <a:off x="7306887" y="2265218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9" name="Shape 146"/>
          <p:cNvSpPr/>
          <p:nvPr/>
        </p:nvSpPr>
        <p:spPr>
          <a:xfrm>
            <a:off x="7419109" y="2265218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0" name="Shape 147"/>
          <p:cNvSpPr/>
          <p:nvPr/>
        </p:nvSpPr>
        <p:spPr>
          <a:xfrm>
            <a:off x="7531331" y="2265218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1" name="Shape 148"/>
          <p:cNvSpPr/>
          <p:nvPr/>
        </p:nvSpPr>
        <p:spPr>
          <a:xfrm>
            <a:off x="7643553" y="2265218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2" name="Shape 149"/>
          <p:cNvSpPr/>
          <p:nvPr/>
        </p:nvSpPr>
        <p:spPr>
          <a:xfrm>
            <a:off x="7755775" y="2265218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3" name="Shape 150"/>
          <p:cNvSpPr/>
          <p:nvPr/>
        </p:nvSpPr>
        <p:spPr>
          <a:xfrm>
            <a:off x="7867996" y="2265218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4" name="Shape 151"/>
          <p:cNvSpPr/>
          <p:nvPr/>
        </p:nvSpPr>
        <p:spPr>
          <a:xfrm>
            <a:off x="6970222" y="2377440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5" name="Shape 152"/>
          <p:cNvSpPr/>
          <p:nvPr/>
        </p:nvSpPr>
        <p:spPr>
          <a:xfrm>
            <a:off x="7082444" y="2377440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6" name="Shape 153"/>
          <p:cNvSpPr/>
          <p:nvPr/>
        </p:nvSpPr>
        <p:spPr>
          <a:xfrm>
            <a:off x="7194665" y="2377440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7" name="Shape 154"/>
          <p:cNvSpPr/>
          <p:nvPr/>
        </p:nvSpPr>
        <p:spPr>
          <a:xfrm>
            <a:off x="7306887" y="2377440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8" name="Shape 155"/>
          <p:cNvSpPr/>
          <p:nvPr/>
        </p:nvSpPr>
        <p:spPr>
          <a:xfrm>
            <a:off x="7419109" y="2377440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9" name="Shape 156"/>
          <p:cNvSpPr/>
          <p:nvPr/>
        </p:nvSpPr>
        <p:spPr>
          <a:xfrm>
            <a:off x="7531331" y="2377440"/>
            <a:ext cx="103244" cy="103244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160" name="Shape 157"/>
          <p:cNvSpPr/>
          <p:nvPr/>
        </p:nvSpPr>
        <p:spPr>
          <a:xfrm>
            <a:off x="7643553" y="2377440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1" name="Shape 158"/>
          <p:cNvSpPr/>
          <p:nvPr/>
        </p:nvSpPr>
        <p:spPr>
          <a:xfrm>
            <a:off x="7755775" y="2377440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2" name="Shape 159"/>
          <p:cNvSpPr/>
          <p:nvPr/>
        </p:nvSpPr>
        <p:spPr>
          <a:xfrm>
            <a:off x="6970222" y="2489662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3" name="Shape 160"/>
          <p:cNvSpPr/>
          <p:nvPr/>
        </p:nvSpPr>
        <p:spPr>
          <a:xfrm>
            <a:off x="7082444" y="2489662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4" name="Shape 161"/>
          <p:cNvSpPr/>
          <p:nvPr/>
        </p:nvSpPr>
        <p:spPr>
          <a:xfrm>
            <a:off x="7194665" y="2489662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5" name="Shape 162"/>
          <p:cNvSpPr/>
          <p:nvPr/>
        </p:nvSpPr>
        <p:spPr>
          <a:xfrm>
            <a:off x="7306887" y="2489662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6" name="Shape 163"/>
          <p:cNvSpPr/>
          <p:nvPr/>
        </p:nvSpPr>
        <p:spPr>
          <a:xfrm>
            <a:off x="7419109" y="2489662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7" name="Shape 164"/>
          <p:cNvSpPr/>
          <p:nvPr/>
        </p:nvSpPr>
        <p:spPr>
          <a:xfrm>
            <a:off x="7531331" y="2489662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8" name="Shape 165"/>
          <p:cNvSpPr/>
          <p:nvPr/>
        </p:nvSpPr>
        <p:spPr>
          <a:xfrm>
            <a:off x="7643553" y="2489662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9" name="Shape 166"/>
          <p:cNvSpPr/>
          <p:nvPr/>
        </p:nvSpPr>
        <p:spPr>
          <a:xfrm>
            <a:off x="7755775" y="2489662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0" name="Shape 167"/>
          <p:cNvSpPr/>
          <p:nvPr/>
        </p:nvSpPr>
        <p:spPr>
          <a:xfrm>
            <a:off x="7867996" y="2489662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1" name="Shape 168"/>
          <p:cNvSpPr/>
          <p:nvPr/>
        </p:nvSpPr>
        <p:spPr>
          <a:xfrm>
            <a:off x="7082444" y="2601884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2" name="Shape 169"/>
          <p:cNvSpPr/>
          <p:nvPr/>
        </p:nvSpPr>
        <p:spPr>
          <a:xfrm>
            <a:off x="7194665" y="2601884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3" name="Shape 170"/>
          <p:cNvSpPr/>
          <p:nvPr/>
        </p:nvSpPr>
        <p:spPr>
          <a:xfrm>
            <a:off x="7306887" y="2601884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4" name="Shape 171"/>
          <p:cNvSpPr/>
          <p:nvPr/>
        </p:nvSpPr>
        <p:spPr>
          <a:xfrm>
            <a:off x="7419109" y="2601884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5" name="Shape 172"/>
          <p:cNvSpPr/>
          <p:nvPr/>
        </p:nvSpPr>
        <p:spPr>
          <a:xfrm>
            <a:off x="7531331" y="2601884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6" name="Shape 173"/>
          <p:cNvSpPr/>
          <p:nvPr/>
        </p:nvSpPr>
        <p:spPr>
          <a:xfrm>
            <a:off x="7643553" y="2601884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7" name="Shape 174"/>
          <p:cNvSpPr/>
          <p:nvPr/>
        </p:nvSpPr>
        <p:spPr>
          <a:xfrm>
            <a:off x="7755775" y="2601884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8" name="Shape 175"/>
          <p:cNvSpPr/>
          <p:nvPr/>
        </p:nvSpPr>
        <p:spPr>
          <a:xfrm>
            <a:off x="7082444" y="271410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9" name="Shape 176"/>
          <p:cNvSpPr/>
          <p:nvPr/>
        </p:nvSpPr>
        <p:spPr>
          <a:xfrm>
            <a:off x="7194665" y="271410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80" name="Shape 177"/>
          <p:cNvSpPr/>
          <p:nvPr/>
        </p:nvSpPr>
        <p:spPr>
          <a:xfrm>
            <a:off x="7643553" y="271410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81" name="Shape 178"/>
          <p:cNvSpPr/>
          <p:nvPr/>
        </p:nvSpPr>
        <p:spPr>
          <a:xfrm>
            <a:off x="7755775" y="2714105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82" name="Shape 179"/>
          <p:cNvSpPr/>
          <p:nvPr/>
        </p:nvSpPr>
        <p:spPr>
          <a:xfrm>
            <a:off x="7082444" y="2826327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83" name="Shape 180"/>
          <p:cNvSpPr/>
          <p:nvPr/>
        </p:nvSpPr>
        <p:spPr>
          <a:xfrm>
            <a:off x="7755775" y="2826327"/>
            <a:ext cx="103244" cy="1032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84" name="Text 181"/>
          <p:cNvSpPr/>
          <p:nvPr/>
        </p:nvSpPr>
        <p:spPr>
          <a:xfrm>
            <a:off x="6309360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少年</a:t>
            </a:r>
            <a:endParaRPr lang="en-US" sz="1400" dirty="0"/>
          </a:p>
        </p:txBody>
      </p:sp>
      <p:sp>
        <p:nvSpPr>
          <p:cNvPr id="185" name="Text 182"/>
          <p:cNvSpPr/>
          <p:nvPr/>
        </p:nvSpPr>
        <p:spPr>
          <a:xfrm>
            <a:off x="8705088" y="2331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86" name="Shape 183"/>
          <p:cNvSpPr/>
          <p:nvPr/>
        </p:nvSpPr>
        <p:spPr>
          <a:xfrm>
            <a:off x="9189720" y="1508760"/>
            <a:ext cx="2331720" cy="2103120"/>
          </a:xfrm>
          <a:prstGeom prst="roundRect">
            <a:avLst>
              <a:gd name="adj" fmla="val 3043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9833317" y="1855177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88" name="Shape 185"/>
          <p:cNvSpPr/>
          <p:nvPr/>
        </p:nvSpPr>
        <p:spPr>
          <a:xfrm>
            <a:off x="9928274" y="1855177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89" name="Shape 186"/>
          <p:cNvSpPr/>
          <p:nvPr/>
        </p:nvSpPr>
        <p:spPr>
          <a:xfrm>
            <a:off x="10023231" y="1855177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0" name="Shape 187"/>
          <p:cNvSpPr/>
          <p:nvPr/>
        </p:nvSpPr>
        <p:spPr>
          <a:xfrm>
            <a:off x="10592972" y="1855177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1" name="Shape 188"/>
          <p:cNvSpPr/>
          <p:nvPr/>
        </p:nvSpPr>
        <p:spPr>
          <a:xfrm>
            <a:off x="10687929" y="1855177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2" name="Shape 189"/>
          <p:cNvSpPr/>
          <p:nvPr/>
        </p:nvSpPr>
        <p:spPr>
          <a:xfrm>
            <a:off x="10782886" y="1855177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3" name="Shape 190"/>
          <p:cNvSpPr/>
          <p:nvPr/>
        </p:nvSpPr>
        <p:spPr>
          <a:xfrm>
            <a:off x="9833317" y="1950134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4" name="Shape 191"/>
          <p:cNvSpPr/>
          <p:nvPr/>
        </p:nvSpPr>
        <p:spPr>
          <a:xfrm>
            <a:off x="9928274" y="1950134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5" name="Shape 192"/>
          <p:cNvSpPr/>
          <p:nvPr/>
        </p:nvSpPr>
        <p:spPr>
          <a:xfrm>
            <a:off x="10023231" y="1950134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6" name="Shape 193"/>
          <p:cNvSpPr/>
          <p:nvPr/>
        </p:nvSpPr>
        <p:spPr>
          <a:xfrm>
            <a:off x="10118188" y="1950134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7" name="Shape 194"/>
          <p:cNvSpPr/>
          <p:nvPr/>
        </p:nvSpPr>
        <p:spPr>
          <a:xfrm>
            <a:off x="10498015" y="1950134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8" name="Shape 195"/>
          <p:cNvSpPr/>
          <p:nvPr/>
        </p:nvSpPr>
        <p:spPr>
          <a:xfrm>
            <a:off x="10592972" y="1950134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9" name="Shape 196"/>
          <p:cNvSpPr/>
          <p:nvPr/>
        </p:nvSpPr>
        <p:spPr>
          <a:xfrm>
            <a:off x="10687929" y="1950134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0" name="Shape 197"/>
          <p:cNvSpPr/>
          <p:nvPr/>
        </p:nvSpPr>
        <p:spPr>
          <a:xfrm>
            <a:off x="10782886" y="1950134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1" name="Shape 198"/>
          <p:cNvSpPr/>
          <p:nvPr/>
        </p:nvSpPr>
        <p:spPr>
          <a:xfrm>
            <a:off x="9833317" y="2045091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2" name="Shape 199"/>
          <p:cNvSpPr/>
          <p:nvPr/>
        </p:nvSpPr>
        <p:spPr>
          <a:xfrm>
            <a:off x="9928274" y="2045091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3" name="Shape 200"/>
          <p:cNvSpPr/>
          <p:nvPr/>
        </p:nvSpPr>
        <p:spPr>
          <a:xfrm>
            <a:off x="10023231" y="2045091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4" name="Shape 201"/>
          <p:cNvSpPr/>
          <p:nvPr/>
        </p:nvSpPr>
        <p:spPr>
          <a:xfrm>
            <a:off x="10118188" y="2045091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5" name="Shape 202"/>
          <p:cNvSpPr/>
          <p:nvPr/>
        </p:nvSpPr>
        <p:spPr>
          <a:xfrm>
            <a:off x="10213145" y="2045091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6" name="Shape 203"/>
          <p:cNvSpPr/>
          <p:nvPr/>
        </p:nvSpPr>
        <p:spPr>
          <a:xfrm>
            <a:off x="10308102" y="2045091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7" name="Shape 204"/>
          <p:cNvSpPr/>
          <p:nvPr/>
        </p:nvSpPr>
        <p:spPr>
          <a:xfrm>
            <a:off x="10403058" y="2045091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8" name="Shape 205"/>
          <p:cNvSpPr/>
          <p:nvPr/>
        </p:nvSpPr>
        <p:spPr>
          <a:xfrm>
            <a:off x="10498015" y="2045091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9" name="Shape 206"/>
          <p:cNvSpPr/>
          <p:nvPr/>
        </p:nvSpPr>
        <p:spPr>
          <a:xfrm>
            <a:off x="10592972" y="2045091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0" name="Shape 207"/>
          <p:cNvSpPr/>
          <p:nvPr/>
        </p:nvSpPr>
        <p:spPr>
          <a:xfrm>
            <a:off x="10687929" y="2045091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1" name="Shape 208"/>
          <p:cNvSpPr/>
          <p:nvPr/>
        </p:nvSpPr>
        <p:spPr>
          <a:xfrm>
            <a:off x="10782886" y="2045091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2" name="Shape 209"/>
          <p:cNvSpPr/>
          <p:nvPr/>
        </p:nvSpPr>
        <p:spPr>
          <a:xfrm>
            <a:off x="9833317" y="2140048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3" name="Shape 210"/>
          <p:cNvSpPr/>
          <p:nvPr/>
        </p:nvSpPr>
        <p:spPr>
          <a:xfrm>
            <a:off x="9928274" y="2140048"/>
            <a:ext cx="87360" cy="8736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14" name="Shape 211"/>
          <p:cNvSpPr/>
          <p:nvPr/>
        </p:nvSpPr>
        <p:spPr>
          <a:xfrm>
            <a:off x="10023231" y="2140048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5" name="Shape 212"/>
          <p:cNvSpPr/>
          <p:nvPr/>
        </p:nvSpPr>
        <p:spPr>
          <a:xfrm>
            <a:off x="10118188" y="2140048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6" name="Shape 213"/>
          <p:cNvSpPr/>
          <p:nvPr/>
        </p:nvSpPr>
        <p:spPr>
          <a:xfrm>
            <a:off x="10213145" y="2140048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7" name="Shape 214"/>
          <p:cNvSpPr/>
          <p:nvPr/>
        </p:nvSpPr>
        <p:spPr>
          <a:xfrm>
            <a:off x="10308102" y="2140048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8" name="Shape 215"/>
          <p:cNvSpPr/>
          <p:nvPr/>
        </p:nvSpPr>
        <p:spPr>
          <a:xfrm>
            <a:off x="10403058" y="2140048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9" name="Shape 216"/>
          <p:cNvSpPr/>
          <p:nvPr/>
        </p:nvSpPr>
        <p:spPr>
          <a:xfrm>
            <a:off x="10498015" y="2140048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0" name="Shape 217"/>
          <p:cNvSpPr/>
          <p:nvPr/>
        </p:nvSpPr>
        <p:spPr>
          <a:xfrm>
            <a:off x="10592972" y="2140048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1" name="Shape 218"/>
          <p:cNvSpPr/>
          <p:nvPr/>
        </p:nvSpPr>
        <p:spPr>
          <a:xfrm>
            <a:off x="10687929" y="2140048"/>
            <a:ext cx="87360" cy="8736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22" name="Shape 219"/>
          <p:cNvSpPr/>
          <p:nvPr/>
        </p:nvSpPr>
        <p:spPr>
          <a:xfrm>
            <a:off x="10782886" y="2140048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3" name="Shape 220"/>
          <p:cNvSpPr/>
          <p:nvPr/>
        </p:nvSpPr>
        <p:spPr>
          <a:xfrm>
            <a:off x="9833317" y="223500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4" name="Shape 221"/>
          <p:cNvSpPr/>
          <p:nvPr/>
        </p:nvSpPr>
        <p:spPr>
          <a:xfrm>
            <a:off x="9928274" y="223500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5" name="Shape 222"/>
          <p:cNvSpPr/>
          <p:nvPr/>
        </p:nvSpPr>
        <p:spPr>
          <a:xfrm>
            <a:off x="10023231" y="223500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6" name="Shape 223"/>
          <p:cNvSpPr/>
          <p:nvPr/>
        </p:nvSpPr>
        <p:spPr>
          <a:xfrm>
            <a:off x="10118188" y="223500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7" name="Shape 224"/>
          <p:cNvSpPr/>
          <p:nvPr/>
        </p:nvSpPr>
        <p:spPr>
          <a:xfrm>
            <a:off x="10213145" y="223500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8" name="Shape 225"/>
          <p:cNvSpPr/>
          <p:nvPr/>
        </p:nvSpPr>
        <p:spPr>
          <a:xfrm>
            <a:off x="10308102" y="223500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9" name="Shape 226"/>
          <p:cNvSpPr/>
          <p:nvPr/>
        </p:nvSpPr>
        <p:spPr>
          <a:xfrm>
            <a:off x="10403058" y="223500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0" name="Shape 227"/>
          <p:cNvSpPr/>
          <p:nvPr/>
        </p:nvSpPr>
        <p:spPr>
          <a:xfrm>
            <a:off x="10498015" y="223500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1" name="Shape 228"/>
          <p:cNvSpPr/>
          <p:nvPr/>
        </p:nvSpPr>
        <p:spPr>
          <a:xfrm>
            <a:off x="10592972" y="223500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2" name="Shape 229"/>
          <p:cNvSpPr/>
          <p:nvPr/>
        </p:nvSpPr>
        <p:spPr>
          <a:xfrm>
            <a:off x="10687929" y="223500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3" name="Shape 230"/>
          <p:cNvSpPr/>
          <p:nvPr/>
        </p:nvSpPr>
        <p:spPr>
          <a:xfrm>
            <a:off x="10782886" y="223500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4" name="Shape 231"/>
          <p:cNvSpPr/>
          <p:nvPr/>
        </p:nvSpPr>
        <p:spPr>
          <a:xfrm>
            <a:off x="9833317" y="232996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5" name="Shape 232"/>
          <p:cNvSpPr/>
          <p:nvPr/>
        </p:nvSpPr>
        <p:spPr>
          <a:xfrm>
            <a:off x="9928274" y="232996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6" name="Shape 233"/>
          <p:cNvSpPr/>
          <p:nvPr/>
        </p:nvSpPr>
        <p:spPr>
          <a:xfrm>
            <a:off x="10023231" y="232996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7" name="Shape 234"/>
          <p:cNvSpPr/>
          <p:nvPr/>
        </p:nvSpPr>
        <p:spPr>
          <a:xfrm>
            <a:off x="10118188" y="232996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8" name="Shape 235"/>
          <p:cNvSpPr/>
          <p:nvPr/>
        </p:nvSpPr>
        <p:spPr>
          <a:xfrm>
            <a:off x="10213145" y="232996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9" name="Shape 236"/>
          <p:cNvSpPr/>
          <p:nvPr/>
        </p:nvSpPr>
        <p:spPr>
          <a:xfrm>
            <a:off x="10308102" y="2329962"/>
            <a:ext cx="87360" cy="8736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40" name="Shape 237"/>
          <p:cNvSpPr/>
          <p:nvPr/>
        </p:nvSpPr>
        <p:spPr>
          <a:xfrm>
            <a:off x="10403058" y="232996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41" name="Shape 238"/>
          <p:cNvSpPr/>
          <p:nvPr/>
        </p:nvSpPr>
        <p:spPr>
          <a:xfrm>
            <a:off x="10498015" y="232996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42" name="Shape 239"/>
          <p:cNvSpPr/>
          <p:nvPr/>
        </p:nvSpPr>
        <p:spPr>
          <a:xfrm>
            <a:off x="10592972" y="232996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43" name="Shape 240"/>
          <p:cNvSpPr/>
          <p:nvPr/>
        </p:nvSpPr>
        <p:spPr>
          <a:xfrm>
            <a:off x="10687929" y="232996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44" name="Shape 241"/>
          <p:cNvSpPr/>
          <p:nvPr/>
        </p:nvSpPr>
        <p:spPr>
          <a:xfrm>
            <a:off x="10782886" y="232996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45" name="Shape 242"/>
          <p:cNvSpPr/>
          <p:nvPr/>
        </p:nvSpPr>
        <p:spPr>
          <a:xfrm>
            <a:off x="9833317" y="2424918"/>
            <a:ext cx="87360" cy="8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6" name="Shape 243"/>
          <p:cNvSpPr/>
          <p:nvPr/>
        </p:nvSpPr>
        <p:spPr>
          <a:xfrm>
            <a:off x="9928274" y="2424918"/>
            <a:ext cx="87360" cy="8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7" name="Shape 244"/>
          <p:cNvSpPr/>
          <p:nvPr/>
        </p:nvSpPr>
        <p:spPr>
          <a:xfrm>
            <a:off x="10023231" y="2424918"/>
            <a:ext cx="87360" cy="8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8" name="Shape 245"/>
          <p:cNvSpPr/>
          <p:nvPr/>
        </p:nvSpPr>
        <p:spPr>
          <a:xfrm>
            <a:off x="10118188" y="2424918"/>
            <a:ext cx="87360" cy="8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9" name="Shape 246"/>
          <p:cNvSpPr/>
          <p:nvPr/>
        </p:nvSpPr>
        <p:spPr>
          <a:xfrm>
            <a:off x="10213145" y="2424918"/>
            <a:ext cx="87360" cy="8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0" name="Shape 247"/>
          <p:cNvSpPr/>
          <p:nvPr/>
        </p:nvSpPr>
        <p:spPr>
          <a:xfrm>
            <a:off x="10308102" y="2424918"/>
            <a:ext cx="87360" cy="8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1" name="Shape 248"/>
          <p:cNvSpPr/>
          <p:nvPr/>
        </p:nvSpPr>
        <p:spPr>
          <a:xfrm>
            <a:off x="10403058" y="2424918"/>
            <a:ext cx="87360" cy="8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2" name="Shape 249"/>
          <p:cNvSpPr/>
          <p:nvPr/>
        </p:nvSpPr>
        <p:spPr>
          <a:xfrm>
            <a:off x="10498015" y="2424918"/>
            <a:ext cx="87360" cy="8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3" name="Shape 250"/>
          <p:cNvSpPr/>
          <p:nvPr/>
        </p:nvSpPr>
        <p:spPr>
          <a:xfrm>
            <a:off x="10592972" y="2424918"/>
            <a:ext cx="87360" cy="8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4" name="Shape 251"/>
          <p:cNvSpPr/>
          <p:nvPr/>
        </p:nvSpPr>
        <p:spPr>
          <a:xfrm>
            <a:off x="10687929" y="2424918"/>
            <a:ext cx="87360" cy="8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5" name="Shape 252"/>
          <p:cNvSpPr/>
          <p:nvPr/>
        </p:nvSpPr>
        <p:spPr>
          <a:xfrm>
            <a:off x="10782886" y="2424918"/>
            <a:ext cx="87360" cy="8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6" name="Shape 253"/>
          <p:cNvSpPr/>
          <p:nvPr/>
        </p:nvSpPr>
        <p:spPr>
          <a:xfrm>
            <a:off x="9833317" y="251987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57" name="Shape 254"/>
          <p:cNvSpPr/>
          <p:nvPr/>
        </p:nvSpPr>
        <p:spPr>
          <a:xfrm>
            <a:off x="9928274" y="251987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58" name="Shape 255"/>
          <p:cNvSpPr/>
          <p:nvPr/>
        </p:nvSpPr>
        <p:spPr>
          <a:xfrm>
            <a:off x="10023231" y="251987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59" name="Shape 256"/>
          <p:cNvSpPr/>
          <p:nvPr/>
        </p:nvSpPr>
        <p:spPr>
          <a:xfrm>
            <a:off x="10118188" y="251987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0" name="Shape 257"/>
          <p:cNvSpPr/>
          <p:nvPr/>
        </p:nvSpPr>
        <p:spPr>
          <a:xfrm>
            <a:off x="10213145" y="251987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1" name="Shape 258"/>
          <p:cNvSpPr/>
          <p:nvPr/>
        </p:nvSpPr>
        <p:spPr>
          <a:xfrm>
            <a:off x="10308102" y="251987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2" name="Shape 259"/>
          <p:cNvSpPr/>
          <p:nvPr/>
        </p:nvSpPr>
        <p:spPr>
          <a:xfrm>
            <a:off x="10403058" y="251987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3" name="Shape 260"/>
          <p:cNvSpPr/>
          <p:nvPr/>
        </p:nvSpPr>
        <p:spPr>
          <a:xfrm>
            <a:off x="10498015" y="251987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4" name="Shape 261"/>
          <p:cNvSpPr/>
          <p:nvPr/>
        </p:nvSpPr>
        <p:spPr>
          <a:xfrm>
            <a:off x="10592972" y="251987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5" name="Shape 262"/>
          <p:cNvSpPr/>
          <p:nvPr/>
        </p:nvSpPr>
        <p:spPr>
          <a:xfrm>
            <a:off x="10687929" y="251987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6" name="Shape 263"/>
          <p:cNvSpPr/>
          <p:nvPr/>
        </p:nvSpPr>
        <p:spPr>
          <a:xfrm>
            <a:off x="10782886" y="2519875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7" name="Shape 264"/>
          <p:cNvSpPr/>
          <p:nvPr/>
        </p:nvSpPr>
        <p:spPr>
          <a:xfrm>
            <a:off x="9928274" y="261483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8" name="Shape 265"/>
          <p:cNvSpPr/>
          <p:nvPr/>
        </p:nvSpPr>
        <p:spPr>
          <a:xfrm>
            <a:off x="10023231" y="261483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9" name="Shape 266"/>
          <p:cNvSpPr/>
          <p:nvPr/>
        </p:nvSpPr>
        <p:spPr>
          <a:xfrm>
            <a:off x="10118188" y="261483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0" name="Shape 267"/>
          <p:cNvSpPr/>
          <p:nvPr/>
        </p:nvSpPr>
        <p:spPr>
          <a:xfrm>
            <a:off x="10213145" y="261483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1" name="Shape 268"/>
          <p:cNvSpPr/>
          <p:nvPr/>
        </p:nvSpPr>
        <p:spPr>
          <a:xfrm>
            <a:off x="10308102" y="261483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2" name="Shape 269"/>
          <p:cNvSpPr/>
          <p:nvPr/>
        </p:nvSpPr>
        <p:spPr>
          <a:xfrm>
            <a:off x="10403058" y="261483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3" name="Shape 270"/>
          <p:cNvSpPr/>
          <p:nvPr/>
        </p:nvSpPr>
        <p:spPr>
          <a:xfrm>
            <a:off x="10498015" y="261483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4" name="Shape 271"/>
          <p:cNvSpPr/>
          <p:nvPr/>
        </p:nvSpPr>
        <p:spPr>
          <a:xfrm>
            <a:off x="10592972" y="261483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5" name="Shape 272"/>
          <p:cNvSpPr/>
          <p:nvPr/>
        </p:nvSpPr>
        <p:spPr>
          <a:xfrm>
            <a:off x="10687929" y="2614832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6" name="Shape 273"/>
          <p:cNvSpPr/>
          <p:nvPr/>
        </p:nvSpPr>
        <p:spPr>
          <a:xfrm>
            <a:off x="9928274" y="2709789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7" name="Shape 274"/>
          <p:cNvSpPr/>
          <p:nvPr/>
        </p:nvSpPr>
        <p:spPr>
          <a:xfrm>
            <a:off x="10023231" y="2709789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8" name="Shape 275"/>
          <p:cNvSpPr/>
          <p:nvPr/>
        </p:nvSpPr>
        <p:spPr>
          <a:xfrm>
            <a:off x="10118188" y="2709789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9" name="Shape 276"/>
          <p:cNvSpPr/>
          <p:nvPr/>
        </p:nvSpPr>
        <p:spPr>
          <a:xfrm>
            <a:off x="10498015" y="2709789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80" name="Shape 277"/>
          <p:cNvSpPr/>
          <p:nvPr/>
        </p:nvSpPr>
        <p:spPr>
          <a:xfrm>
            <a:off x="10592972" y="2709789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81" name="Shape 278"/>
          <p:cNvSpPr/>
          <p:nvPr/>
        </p:nvSpPr>
        <p:spPr>
          <a:xfrm>
            <a:off x="10687929" y="2709789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82" name="Shape 279"/>
          <p:cNvSpPr/>
          <p:nvPr/>
        </p:nvSpPr>
        <p:spPr>
          <a:xfrm>
            <a:off x="9928274" y="2804746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83" name="Shape 280"/>
          <p:cNvSpPr/>
          <p:nvPr/>
        </p:nvSpPr>
        <p:spPr>
          <a:xfrm>
            <a:off x="10687929" y="2804746"/>
            <a:ext cx="87360" cy="87360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84" name="Text 281"/>
          <p:cNvSpPr/>
          <p:nvPr/>
        </p:nvSpPr>
        <p:spPr>
          <a:xfrm>
            <a:off x="9189720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成年</a:t>
            </a:r>
            <a:endParaRPr lang="en-US" sz="1400" dirty="0"/>
          </a:p>
        </p:txBody>
      </p:sp>
      <p:sp>
        <p:nvSpPr>
          <p:cNvPr id="285" name="Text 282"/>
          <p:cNvSpPr/>
          <p:nvPr/>
        </p:nvSpPr>
        <p:spPr>
          <a:xfrm>
            <a:off x="640080" y="3977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四维状态 · 随真实时间衰减</a:t>
            </a:r>
            <a:endParaRPr lang="en-US" sz="1450" dirty="0"/>
          </a:p>
        </p:txBody>
      </p:sp>
      <p:sp>
        <p:nvSpPr>
          <p:cNvPr id="286" name="Text 283"/>
          <p:cNvSpPr/>
          <p:nvPr/>
        </p:nvSpPr>
        <p:spPr>
          <a:xfrm>
            <a:off x="640080" y="4434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饱食</a:t>
            </a:r>
            <a:endParaRPr lang="en-US" sz="1300" dirty="0"/>
          </a:p>
        </p:txBody>
      </p:sp>
      <p:sp>
        <p:nvSpPr>
          <p:cNvPr id="287" name="Shape 284"/>
          <p:cNvSpPr/>
          <p:nvPr/>
        </p:nvSpPr>
        <p:spPr>
          <a:xfrm>
            <a:off x="1645920" y="4480560"/>
            <a:ext cx="2468880" cy="182880"/>
          </a:xfrm>
          <a:prstGeom prst="roundRect">
            <a:avLst>
              <a:gd name="adj" fmla="val 40000"/>
            </a:avLst>
          </a:prstGeom>
          <a:solidFill>
            <a:srgbClr val="1F2A38"/>
          </a:solidFill>
          <a:ln/>
        </p:spPr>
      </p:sp>
      <p:sp>
        <p:nvSpPr>
          <p:cNvPr id="288" name="Shape 285"/>
          <p:cNvSpPr/>
          <p:nvPr/>
        </p:nvSpPr>
        <p:spPr>
          <a:xfrm>
            <a:off x="1645920" y="4480560"/>
            <a:ext cx="1777594" cy="182880"/>
          </a:xfrm>
          <a:prstGeom prst="roundRect">
            <a:avLst>
              <a:gd name="adj" fmla="val 40000"/>
            </a:avLst>
          </a:prstGeom>
          <a:solidFill>
            <a:srgbClr val="4ADE80"/>
          </a:solidFill>
          <a:ln/>
        </p:spPr>
      </p:sp>
      <p:sp>
        <p:nvSpPr>
          <p:cNvPr id="289" name="Text 286"/>
          <p:cNvSpPr/>
          <p:nvPr/>
        </p:nvSpPr>
        <p:spPr>
          <a:xfrm>
            <a:off x="4224528" y="4434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72%</a:t>
            </a:r>
            <a:endParaRPr lang="en-US" sz="1250" dirty="0"/>
          </a:p>
        </p:txBody>
      </p:sp>
      <p:sp>
        <p:nvSpPr>
          <p:cNvPr id="290" name="Text 287"/>
          <p:cNvSpPr/>
          <p:nvPr/>
        </p:nvSpPr>
        <p:spPr>
          <a:xfrm>
            <a:off x="640080" y="49103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心情</a:t>
            </a:r>
            <a:endParaRPr lang="en-US" sz="1300" dirty="0"/>
          </a:p>
        </p:txBody>
      </p:sp>
      <p:sp>
        <p:nvSpPr>
          <p:cNvPr id="291" name="Shape 288"/>
          <p:cNvSpPr/>
          <p:nvPr/>
        </p:nvSpPr>
        <p:spPr>
          <a:xfrm>
            <a:off x="1645920" y="4956048"/>
            <a:ext cx="2468880" cy="182880"/>
          </a:xfrm>
          <a:prstGeom prst="roundRect">
            <a:avLst>
              <a:gd name="adj" fmla="val 40000"/>
            </a:avLst>
          </a:prstGeom>
          <a:solidFill>
            <a:srgbClr val="1F2A38"/>
          </a:solidFill>
          <a:ln/>
        </p:spPr>
      </p:sp>
      <p:sp>
        <p:nvSpPr>
          <p:cNvPr id="292" name="Shape 289"/>
          <p:cNvSpPr/>
          <p:nvPr/>
        </p:nvSpPr>
        <p:spPr>
          <a:xfrm>
            <a:off x="1645920" y="4956048"/>
            <a:ext cx="1604772" cy="182880"/>
          </a:xfrm>
          <a:prstGeom prst="roundRect">
            <a:avLst>
              <a:gd name="adj" fmla="val 40000"/>
            </a:avLst>
          </a:prstGeom>
          <a:solidFill>
            <a:srgbClr val="4ADE80"/>
          </a:solidFill>
          <a:ln/>
        </p:spPr>
      </p:sp>
      <p:sp>
        <p:nvSpPr>
          <p:cNvPr id="293" name="Text 290"/>
          <p:cNvSpPr/>
          <p:nvPr/>
        </p:nvSpPr>
        <p:spPr>
          <a:xfrm>
            <a:off x="4224528" y="49103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65%</a:t>
            </a:r>
            <a:endParaRPr lang="en-US" sz="1250" dirty="0"/>
          </a:p>
        </p:txBody>
      </p:sp>
      <p:sp>
        <p:nvSpPr>
          <p:cNvPr id="294" name="Text 291"/>
          <p:cNvSpPr/>
          <p:nvPr/>
        </p:nvSpPr>
        <p:spPr>
          <a:xfrm>
            <a:off x="640080" y="53858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清洁</a:t>
            </a:r>
            <a:endParaRPr lang="en-US" sz="1300" dirty="0"/>
          </a:p>
        </p:txBody>
      </p:sp>
      <p:sp>
        <p:nvSpPr>
          <p:cNvPr id="295" name="Shape 292"/>
          <p:cNvSpPr/>
          <p:nvPr/>
        </p:nvSpPr>
        <p:spPr>
          <a:xfrm>
            <a:off x="1645920" y="5431536"/>
            <a:ext cx="2468880" cy="182880"/>
          </a:xfrm>
          <a:prstGeom prst="roundRect">
            <a:avLst>
              <a:gd name="adj" fmla="val 40000"/>
            </a:avLst>
          </a:prstGeom>
          <a:solidFill>
            <a:srgbClr val="1F2A38"/>
          </a:solidFill>
          <a:ln/>
        </p:spPr>
      </p:sp>
      <p:sp>
        <p:nvSpPr>
          <p:cNvPr id="296" name="Shape 293"/>
          <p:cNvSpPr/>
          <p:nvPr/>
        </p:nvSpPr>
        <p:spPr>
          <a:xfrm>
            <a:off x="1645920" y="5431536"/>
            <a:ext cx="987552" cy="182880"/>
          </a:xfrm>
          <a:prstGeom prst="roundRect">
            <a:avLst>
              <a:gd name="adj" fmla="val 40000"/>
            </a:avLst>
          </a:prstGeom>
          <a:solidFill>
            <a:srgbClr val="FBBF24"/>
          </a:solidFill>
          <a:ln/>
        </p:spPr>
      </p:sp>
      <p:sp>
        <p:nvSpPr>
          <p:cNvPr id="297" name="Text 294"/>
          <p:cNvSpPr/>
          <p:nvPr/>
        </p:nvSpPr>
        <p:spPr>
          <a:xfrm>
            <a:off x="4224528" y="53858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250" dirty="0"/>
          </a:p>
        </p:txBody>
      </p:sp>
      <p:sp>
        <p:nvSpPr>
          <p:cNvPr id="298" name="Text 295"/>
          <p:cNvSpPr/>
          <p:nvPr/>
        </p:nvSpPr>
        <p:spPr>
          <a:xfrm>
            <a:off x="640080" y="58613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精力</a:t>
            </a:r>
            <a:endParaRPr lang="en-US" sz="1300" dirty="0"/>
          </a:p>
        </p:txBody>
      </p:sp>
      <p:sp>
        <p:nvSpPr>
          <p:cNvPr id="299" name="Shape 296"/>
          <p:cNvSpPr/>
          <p:nvPr/>
        </p:nvSpPr>
        <p:spPr>
          <a:xfrm>
            <a:off x="1645920" y="5907024"/>
            <a:ext cx="2468880" cy="182880"/>
          </a:xfrm>
          <a:prstGeom prst="roundRect">
            <a:avLst>
              <a:gd name="adj" fmla="val 40000"/>
            </a:avLst>
          </a:prstGeom>
          <a:solidFill>
            <a:srgbClr val="1F2A38"/>
          </a:solidFill>
          <a:ln/>
        </p:spPr>
      </p:sp>
      <p:sp>
        <p:nvSpPr>
          <p:cNvPr id="300" name="Shape 297"/>
          <p:cNvSpPr/>
          <p:nvPr/>
        </p:nvSpPr>
        <p:spPr>
          <a:xfrm>
            <a:off x="1645920" y="5907024"/>
            <a:ext cx="2098548" cy="182880"/>
          </a:xfrm>
          <a:prstGeom prst="roundRect">
            <a:avLst>
              <a:gd name="adj" fmla="val 40000"/>
            </a:avLst>
          </a:prstGeom>
          <a:solidFill>
            <a:srgbClr val="4ADE80"/>
          </a:solidFill>
          <a:ln/>
        </p:spPr>
      </p:sp>
      <p:sp>
        <p:nvSpPr>
          <p:cNvPr id="301" name="Text 298"/>
          <p:cNvSpPr/>
          <p:nvPr/>
        </p:nvSpPr>
        <p:spPr>
          <a:xfrm>
            <a:off x="4224528" y="5861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85%</a:t>
            </a:r>
            <a:endParaRPr lang="en-US" sz="1250" dirty="0"/>
          </a:p>
        </p:txBody>
      </p:sp>
      <p:sp>
        <p:nvSpPr>
          <p:cNvPr id="302" name="Shape 299"/>
          <p:cNvSpPr/>
          <p:nvPr/>
        </p:nvSpPr>
        <p:spPr>
          <a:xfrm>
            <a:off x="6492240" y="429768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6492240" y="4297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睡觉回精力</a:t>
            </a:r>
            <a:endParaRPr lang="en-US" sz="1400" dirty="0"/>
          </a:p>
        </p:txBody>
      </p:sp>
      <p:sp>
        <p:nvSpPr>
          <p:cNvPr id="304" name="Shape 301"/>
          <p:cNvSpPr/>
          <p:nvPr/>
        </p:nvSpPr>
        <p:spPr>
          <a:xfrm>
            <a:off x="9144000" y="4297680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05" name="Text 302"/>
          <p:cNvSpPr/>
          <p:nvPr/>
        </p:nvSpPr>
        <p:spPr>
          <a:xfrm>
            <a:off x="9144000" y="4297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便便要清理</a:t>
            </a:r>
            <a:endParaRPr lang="en-US" sz="1400" dirty="0"/>
          </a:p>
        </p:txBody>
      </p:sp>
      <p:sp>
        <p:nvSpPr>
          <p:cNvPr id="306" name="Shape 303"/>
          <p:cNvSpPr/>
          <p:nvPr/>
        </p:nvSpPr>
        <p:spPr>
          <a:xfrm>
            <a:off x="6492240" y="507492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1F2A38"/>
          </a:solidFill>
          <a:ln w="9525">
            <a:solidFill>
              <a:srgbClr val="256B45"/>
            </a:solidFill>
            <a:prstDash val="solid"/>
          </a:ln>
        </p:spPr>
      </p:sp>
      <p:sp>
        <p:nvSpPr>
          <p:cNvPr id="307" name="Text 304"/>
          <p:cNvSpPr/>
          <p:nvPr/>
        </p:nvSpPr>
        <p:spPr>
          <a:xfrm>
            <a:off x="6492240" y="50749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离线结算 · 封顶 3 天</a:t>
            </a:r>
            <a:endParaRPr lang="en-US" sz="1400" dirty="0"/>
          </a:p>
        </p:txBody>
      </p:sp>
      <p:sp>
        <p:nvSpPr>
          <p:cNvPr id="308" name="Text 305"/>
          <p:cNvSpPr/>
          <p:nvPr/>
        </p:nvSpPr>
        <p:spPr>
          <a:xfrm>
            <a:off x="640080" y="6355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图中数值为示意；页面顶部另有常驻状态条（见下页）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03 · 像素宠物 · 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要照顾，更要一起玩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155448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1719072"/>
            <a:ext cx="868680" cy="173736"/>
          </a:xfrm>
          <a:prstGeom prst="roundRect">
            <a:avLst>
              <a:gd name="adj" fmla="val 36842"/>
            </a:avLst>
          </a:prstGeom>
          <a:solidFill>
            <a:srgbClr val="151C26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1719072"/>
            <a:ext cx="538582" cy="173736"/>
          </a:xfrm>
          <a:prstGeom prst="roundRect">
            <a:avLst>
              <a:gd name="adj" fmla="val 36842"/>
            </a:avLst>
          </a:prstGeom>
          <a:solidFill>
            <a:srgbClr val="4ADE80"/>
          </a:solidFill>
          <a:ln/>
        </p:spPr>
      </p:sp>
      <p:sp>
        <p:nvSpPr>
          <p:cNvPr id="14" name="Shape 11"/>
          <p:cNvSpPr/>
          <p:nvPr/>
        </p:nvSpPr>
        <p:spPr>
          <a:xfrm>
            <a:off x="1737360" y="1719072"/>
            <a:ext cx="868680" cy="173736"/>
          </a:xfrm>
          <a:prstGeom prst="roundRect">
            <a:avLst>
              <a:gd name="adj" fmla="val 36842"/>
            </a:avLst>
          </a:prstGeom>
          <a:solidFill>
            <a:srgbClr val="151C26"/>
          </a:solidFill>
          <a:ln/>
        </p:spPr>
      </p:sp>
      <p:sp>
        <p:nvSpPr>
          <p:cNvPr id="15" name="Shape 12"/>
          <p:cNvSpPr/>
          <p:nvPr/>
        </p:nvSpPr>
        <p:spPr>
          <a:xfrm>
            <a:off x="1737360" y="1719072"/>
            <a:ext cx="434340" cy="173736"/>
          </a:xfrm>
          <a:prstGeom prst="roundRect">
            <a:avLst>
              <a:gd name="adj" fmla="val 36842"/>
            </a:avLst>
          </a:prstGeom>
          <a:solidFill>
            <a:srgbClr val="4ADE80"/>
          </a:solidFill>
          <a:ln/>
        </p:spPr>
      </p:sp>
      <p:sp>
        <p:nvSpPr>
          <p:cNvPr id="16" name="Shape 13"/>
          <p:cNvSpPr/>
          <p:nvPr/>
        </p:nvSpPr>
        <p:spPr>
          <a:xfrm>
            <a:off x="2697480" y="1719072"/>
            <a:ext cx="868680" cy="173736"/>
          </a:xfrm>
          <a:prstGeom prst="roundRect">
            <a:avLst>
              <a:gd name="adj" fmla="val 36842"/>
            </a:avLst>
          </a:prstGeom>
          <a:solidFill>
            <a:srgbClr val="151C26"/>
          </a:solidFill>
          <a:ln/>
        </p:spPr>
      </p:sp>
      <p:sp>
        <p:nvSpPr>
          <p:cNvPr id="17" name="Shape 14"/>
          <p:cNvSpPr/>
          <p:nvPr/>
        </p:nvSpPr>
        <p:spPr>
          <a:xfrm>
            <a:off x="2697480" y="1719072"/>
            <a:ext cx="286664" cy="173736"/>
          </a:xfrm>
          <a:prstGeom prst="roundRect">
            <a:avLst>
              <a:gd name="adj" fmla="val 36842"/>
            </a:avLst>
          </a:prstGeom>
          <a:solidFill>
            <a:srgbClr val="4ADE80"/>
          </a:solidFill>
          <a:ln/>
        </p:spPr>
      </p:sp>
      <p:sp>
        <p:nvSpPr>
          <p:cNvPr id="18" name="Shape 15"/>
          <p:cNvSpPr/>
          <p:nvPr/>
        </p:nvSpPr>
        <p:spPr>
          <a:xfrm>
            <a:off x="3657600" y="1719072"/>
            <a:ext cx="868680" cy="173736"/>
          </a:xfrm>
          <a:prstGeom prst="roundRect">
            <a:avLst>
              <a:gd name="adj" fmla="val 36842"/>
            </a:avLst>
          </a:prstGeom>
          <a:solidFill>
            <a:srgbClr val="151C26"/>
          </a:solidFill>
          <a:ln/>
        </p:spPr>
      </p:sp>
      <p:sp>
        <p:nvSpPr>
          <p:cNvPr id="19" name="Shape 16"/>
          <p:cNvSpPr/>
          <p:nvPr/>
        </p:nvSpPr>
        <p:spPr>
          <a:xfrm>
            <a:off x="3657600" y="1719072"/>
            <a:ext cx="651510" cy="173736"/>
          </a:xfrm>
          <a:prstGeom prst="roundRect">
            <a:avLst>
              <a:gd name="adj" fmla="val 36842"/>
            </a:avLst>
          </a:prstGeom>
          <a:solidFill>
            <a:srgbClr val="4ADE80"/>
          </a:solidFill>
          <a:ln/>
        </p:spPr>
      </p:sp>
      <p:sp>
        <p:nvSpPr>
          <p:cNvPr id="20" name="Text 17"/>
          <p:cNvSpPr/>
          <p:nvPr/>
        </p:nvSpPr>
        <p:spPr>
          <a:xfrm>
            <a:off x="553212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进页面顶部常驻状态条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2377440"/>
            <a:ext cx="5349240" cy="3611880"/>
          </a:xfrm>
          <a:prstGeom prst="roundRect">
            <a:avLst>
              <a:gd name="adj" fmla="val 1772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2651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猜一猜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6012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猜门赢心情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1234440" y="3566160"/>
            <a:ext cx="1005840" cy="1600200"/>
          </a:xfrm>
          <a:prstGeom prst="roundRect">
            <a:avLst>
              <a:gd name="adj" fmla="val 7273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34440" y="3566160"/>
            <a:ext cx="1005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3A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2697480" y="3566160"/>
            <a:ext cx="1005840" cy="1600200"/>
          </a:xfrm>
          <a:prstGeom prst="roundRect">
            <a:avLst>
              <a:gd name="adj" fmla="val 7273"/>
            </a:avLst>
          </a:prstGeom>
          <a:solidFill>
            <a:srgbClr val="1F2A38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697480" y="3566160"/>
            <a:ext cx="1005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251460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心情 +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160520" y="3566160"/>
            <a:ext cx="1005840" cy="1600200"/>
          </a:xfrm>
          <a:prstGeom prst="roundRect">
            <a:avLst>
              <a:gd name="adj" fmla="val 7273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60520" y="3566160"/>
            <a:ext cx="1005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3A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960120" y="5577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选一扇门：猜对，心情值上涨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217920" y="2377440"/>
            <a:ext cx="5349240" cy="3611880"/>
          </a:xfrm>
          <a:prstGeom prst="roundRect">
            <a:avLst>
              <a:gd name="adj" fmla="val 1772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37960" y="2651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快反应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537960" y="3090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900ms 反应窗口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537960" y="3977640"/>
            <a:ext cx="4663440" cy="384048"/>
          </a:xfrm>
          <a:prstGeom prst="roundRect">
            <a:avLst>
              <a:gd name="adj" fmla="val 16667"/>
            </a:avLst>
          </a:prstGeom>
          <a:solidFill>
            <a:srgbClr val="1F2A38"/>
          </a:solidFill>
          <a:ln/>
        </p:spPr>
      </p:sp>
      <p:sp>
        <p:nvSpPr>
          <p:cNvPr id="36" name="Shape 33"/>
          <p:cNvSpPr/>
          <p:nvPr/>
        </p:nvSpPr>
        <p:spPr>
          <a:xfrm>
            <a:off x="8549640" y="3977640"/>
            <a:ext cx="822960" cy="384048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/>
        </p:spPr>
      </p:sp>
      <p:sp>
        <p:nvSpPr>
          <p:cNvPr id="37" name="Text 34"/>
          <p:cNvSpPr/>
          <p:nvPr/>
        </p:nvSpPr>
        <p:spPr>
          <a:xfrm>
            <a:off x="841248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900ms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537960" y="4480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亮灯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18388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按键窗口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0195560" y="4480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超时失败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537960" y="5577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屏亮 → 立刻按键，越快越准越开心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04 · 蓝牙翻页器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徽章化身演示键盘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05840" y="1600200"/>
            <a:ext cx="1600200" cy="3017520"/>
          </a:xfrm>
          <a:prstGeom prst="roundRect">
            <a:avLst>
              <a:gd name="adj" fmla="val 6857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65860" y="1766164"/>
            <a:ext cx="1280160" cy="1508760"/>
          </a:xfrm>
          <a:prstGeom prst="rect">
            <a:avLst/>
          </a:prstGeom>
          <a:solidFill>
            <a:srgbClr val="04070B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97711" y="1995678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" name="Shape 11"/>
          <p:cNvSpPr/>
          <p:nvPr/>
        </p:nvSpPr>
        <p:spPr>
          <a:xfrm>
            <a:off x="2097532" y="1995678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" name="Shape 12"/>
          <p:cNvSpPr/>
          <p:nvPr/>
        </p:nvSpPr>
        <p:spPr>
          <a:xfrm>
            <a:off x="1397711" y="2112315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" name="Shape 13"/>
          <p:cNvSpPr/>
          <p:nvPr/>
        </p:nvSpPr>
        <p:spPr>
          <a:xfrm>
            <a:off x="1514348" y="2112315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" name="Shape 14"/>
          <p:cNvSpPr/>
          <p:nvPr/>
        </p:nvSpPr>
        <p:spPr>
          <a:xfrm>
            <a:off x="1980895" y="2112315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8" name="Shape 15"/>
          <p:cNvSpPr/>
          <p:nvPr/>
        </p:nvSpPr>
        <p:spPr>
          <a:xfrm>
            <a:off x="2097532" y="2112315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9" name="Shape 16"/>
          <p:cNvSpPr/>
          <p:nvPr/>
        </p:nvSpPr>
        <p:spPr>
          <a:xfrm>
            <a:off x="1397711" y="222895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0" name="Shape 17"/>
          <p:cNvSpPr/>
          <p:nvPr/>
        </p:nvSpPr>
        <p:spPr>
          <a:xfrm>
            <a:off x="1514348" y="222895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1" name="Shape 18"/>
          <p:cNvSpPr/>
          <p:nvPr/>
        </p:nvSpPr>
        <p:spPr>
          <a:xfrm>
            <a:off x="1630985" y="222895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2" name="Shape 19"/>
          <p:cNvSpPr/>
          <p:nvPr/>
        </p:nvSpPr>
        <p:spPr>
          <a:xfrm>
            <a:off x="1747622" y="222895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" name="Shape 20"/>
          <p:cNvSpPr/>
          <p:nvPr/>
        </p:nvSpPr>
        <p:spPr>
          <a:xfrm>
            <a:off x="1864258" y="222895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4" name="Shape 21"/>
          <p:cNvSpPr/>
          <p:nvPr/>
        </p:nvSpPr>
        <p:spPr>
          <a:xfrm>
            <a:off x="1980895" y="222895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5" name="Shape 22"/>
          <p:cNvSpPr/>
          <p:nvPr/>
        </p:nvSpPr>
        <p:spPr>
          <a:xfrm>
            <a:off x="2097532" y="222895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6" name="Shape 23"/>
          <p:cNvSpPr/>
          <p:nvPr/>
        </p:nvSpPr>
        <p:spPr>
          <a:xfrm>
            <a:off x="1397711" y="2345588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7" name="Shape 24"/>
          <p:cNvSpPr/>
          <p:nvPr/>
        </p:nvSpPr>
        <p:spPr>
          <a:xfrm>
            <a:off x="1514348" y="2345588"/>
            <a:ext cx="107306" cy="107306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28" name="Shape 25"/>
          <p:cNvSpPr/>
          <p:nvPr/>
        </p:nvSpPr>
        <p:spPr>
          <a:xfrm>
            <a:off x="1630985" y="2345588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9" name="Shape 26"/>
          <p:cNvSpPr/>
          <p:nvPr/>
        </p:nvSpPr>
        <p:spPr>
          <a:xfrm>
            <a:off x="1747622" y="2345588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0" name="Shape 27"/>
          <p:cNvSpPr/>
          <p:nvPr/>
        </p:nvSpPr>
        <p:spPr>
          <a:xfrm>
            <a:off x="1864258" y="2345588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1" name="Shape 28"/>
          <p:cNvSpPr/>
          <p:nvPr/>
        </p:nvSpPr>
        <p:spPr>
          <a:xfrm>
            <a:off x="1980895" y="2345588"/>
            <a:ext cx="107306" cy="107306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2" name="Shape 29"/>
          <p:cNvSpPr/>
          <p:nvPr/>
        </p:nvSpPr>
        <p:spPr>
          <a:xfrm>
            <a:off x="2097532" y="2345588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3" name="Shape 30"/>
          <p:cNvSpPr/>
          <p:nvPr/>
        </p:nvSpPr>
        <p:spPr>
          <a:xfrm>
            <a:off x="1397711" y="2462225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4" name="Shape 31"/>
          <p:cNvSpPr/>
          <p:nvPr/>
        </p:nvSpPr>
        <p:spPr>
          <a:xfrm>
            <a:off x="1514348" y="2462225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5" name="Shape 32"/>
          <p:cNvSpPr/>
          <p:nvPr/>
        </p:nvSpPr>
        <p:spPr>
          <a:xfrm>
            <a:off x="1630985" y="2462225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6" name="Shape 33"/>
          <p:cNvSpPr/>
          <p:nvPr/>
        </p:nvSpPr>
        <p:spPr>
          <a:xfrm>
            <a:off x="1747622" y="2462225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7" name="Shape 34"/>
          <p:cNvSpPr/>
          <p:nvPr/>
        </p:nvSpPr>
        <p:spPr>
          <a:xfrm>
            <a:off x="1864258" y="2462225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8" name="Shape 35"/>
          <p:cNvSpPr/>
          <p:nvPr/>
        </p:nvSpPr>
        <p:spPr>
          <a:xfrm>
            <a:off x="1980895" y="2462225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9" name="Shape 36"/>
          <p:cNvSpPr/>
          <p:nvPr/>
        </p:nvSpPr>
        <p:spPr>
          <a:xfrm>
            <a:off x="2097532" y="2462225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0" name="Shape 37"/>
          <p:cNvSpPr/>
          <p:nvPr/>
        </p:nvSpPr>
        <p:spPr>
          <a:xfrm>
            <a:off x="1397711" y="257886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1" name="Shape 38"/>
          <p:cNvSpPr/>
          <p:nvPr/>
        </p:nvSpPr>
        <p:spPr>
          <a:xfrm>
            <a:off x="1514348" y="257886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2" name="Shape 39"/>
          <p:cNvSpPr/>
          <p:nvPr/>
        </p:nvSpPr>
        <p:spPr>
          <a:xfrm>
            <a:off x="1630985" y="257886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3" name="Shape 40"/>
          <p:cNvSpPr/>
          <p:nvPr/>
        </p:nvSpPr>
        <p:spPr>
          <a:xfrm>
            <a:off x="1747622" y="2578862"/>
            <a:ext cx="107306" cy="107306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44" name="Shape 41"/>
          <p:cNvSpPr/>
          <p:nvPr/>
        </p:nvSpPr>
        <p:spPr>
          <a:xfrm>
            <a:off x="1864258" y="257886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5" name="Shape 42"/>
          <p:cNvSpPr/>
          <p:nvPr/>
        </p:nvSpPr>
        <p:spPr>
          <a:xfrm>
            <a:off x="1980895" y="257886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6" name="Shape 43"/>
          <p:cNvSpPr/>
          <p:nvPr/>
        </p:nvSpPr>
        <p:spPr>
          <a:xfrm>
            <a:off x="2097532" y="257886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7" name="Shape 44"/>
          <p:cNvSpPr/>
          <p:nvPr/>
        </p:nvSpPr>
        <p:spPr>
          <a:xfrm>
            <a:off x="1397711" y="2695499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8" name="Shape 45"/>
          <p:cNvSpPr/>
          <p:nvPr/>
        </p:nvSpPr>
        <p:spPr>
          <a:xfrm>
            <a:off x="1514348" y="2695499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9" name="Shape 46"/>
          <p:cNvSpPr/>
          <p:nvPr/>
        </p:nvSpPr>
        <p:spPr>
          <a:xfrm>
            <a:off x="1630985" y="2695499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0" name="Shape 47"/>
          <p:cNvSpPr/>
          <p:nvPr/>
        </p:nvSpPr>
        <p:spPr>
          <a:xfrm>
            <a:off x="1747622" y="2695499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1" name="Shape 48"/>
          <p:cNvSpPr/>
          <p:nvPr/>
        </p:nvSpPr>
        <p:spPr>
          <a:xfrm>
            <a:off x="1864258" y="2695499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2" name="Shape 49"/>
          <p:cNvSpPr/>
          <p:nvPr/>
        </p:nvSpPr>
        <p:spPr>
          <a:xfrm>
            <a:off x="1980895" y="2695499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3" name="Shape 50"/>
          <p:cNvSpPr/>
          <p:nvPr/>
        </p:nvSpPr>
        <p:spPr>
          <a:xfrm>
            <a:off x="2097532" y="2695499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4" name="Shape 51"/>
          <p:cNvSpPr/>
          <p:nvPr/>
        </p:nvSpPr>
        <p:spPr>
          <a:xfrm>
            <a:off x="1514348" y="2812136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5" name="Shape 52"/>
          <p:cNvSpPr/>
          <p:nvPr/>
        </p:nvSpPr>
        <p:spPr>
          <a:xfrm>
            <a:off x="1630985" y="2812136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6" name="Shape 53"/>
          <p:cNvSpPr/>
          <p:nvPr/>
        </p:nvSpPr>
        <p:spPr>
          <a:xfrm>
            <a:off x="1747622" y="2812136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7" name="Shape 54"/>
          <p:cNvSpPr/>
          <p:nvPr/>
        </p:nvSpPr>
        <p:spPr>
          <a:xfrm>
            <a:off x="1864258" y="2812136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8" name="Shape 55"/>
          <p:cNvSpPr/>
          <p:nvPr/>
        </p:nvSpPr>
        <p:spPr>
          <a:xfrm>
            <a:off x="1980895" y="2812136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59" name="Shape 56"/>
          <p:cNvSpPr/>
          <p:nvPr/>
        </p:nvSpPr>
        <p:spPr>
          <a:xfrm>
            <a:off x="1630985" y="292877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0" name="Shape 57"/>
          <p:cNvSpPr/>
          <p:nvPr/>
        </p:nvSpPr>
        <p:spPr>
          <a:xfrm>
            <a:off x="1864258" y="2928772"/>
            <a:ext cx="107306" cy="107306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61" name="Shape 58"/>
          <p:cNvSpPr/>
          <p:nvPr/>
        </p:nvSpPr>
        <p:spPr>
          <a:xfrm>
            <a:off x="1641348" y="3410712"/>
            <a:ext cx="84491" cy="84491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62" name="Shape 59"/>
          <p:cNvSpPr/>
          <p:nvPr/>
        </p:nvSpPr>
        <p:spPr>
          <a:xfrm>
            <a:off x="1707185" y="3410712"/>
            <a:ext cx="84491" cy="84491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63" name="Shape 60"/>
          <p:cNvSpPr/>
          <p:nvPr/>
        </p:nvSpPr>
        <p:spPr>
          <a:xfrm>
            <a:off x="1773022" y="3410712"/>
            <a:ext cx="84491" cy="84491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64" name="Shape 61"/>
          <p:cNvSpPr/>
          <p:nvPr/>
        </p:nvSpPr>
        <p:spPr>
          <a:xfrm>
            <a:off x="1838858" y="3410712"/>
            <a:ext cx="84491" cy="84491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65" name="Shape 62"/>
          <p:cNvSpPr/>
          <p:nvPr/>
        </p:nvSpPr>
        <p:spPr>
          <a:xfrm>
            <a:off x="1904695" y="3410712"/>
            <a:ext cx="84491" cy="84491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66" name="Shape 63"/>
          <p:cNvSpPr/>
          <p:nvPr/>
        </p:nvSpPr>
        <p:spPr>
          <a:xfrm>
            <a:off x="1970532" y="3410712"/>
            <a:ext cx="84491" cy="84491"/>
          </a:xfrm>
          <a:prstGeom prst="ellipse">
            <a:avLst/>
          </a:prstGeom>
          <a:solidFill>
            <a:srgbClr val="2C3947"/>
          </a:solidFill>
          <a:ln/>
        </p:spPr>
      </p:sp>
      <p:sp>
        <p:nvSpPr>
          <p:cNvPr id="67" name="Shape 64"/>
          <p:cNvSpPr/>
          <p:nvPr/>
        </p:nvSpPr>
        <p:spPr>
          <a:xfrm>
            <a:off x="1692783" y="3606851"/>
            <a:ext cx="226314" cy="226314"/>
          </a:xfrm>
          <a:prstGeom prst="ellipse">
            <a:avLst/>
          </a:prstGeom>
          <a:solidFill>
            <a:srgbClr val="1F2A38"/>
          </a:solidFill>
          <a:ln w="12700">
            <a:solidFill>
              <a:srgbClr val="2C3947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632433" y="3908603"/>
            <a:ext cx="347015" cy="347015"/>
          </a:xfrm>
          <a:prstGeom prst="ellipse">
            <a:avLst/>
          </a:prstGeom>
          <a:solidFill>
            <a:srgbClr val="1F2A38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692783" y="4315968"/>
            <a:ext cx="226314" cy="226314"/>
          </a:xfrm>
          <a:prstGeom prst="ellipse">
            <a:avLst/>
          </a:prstGeom>
          <a:solidFill>
            <a:srgbClr val="1F2A38"/>
          </a:solidFill>
          <a:ln w="12700">
            <a:solidFill>
              <a:srgbClr val="2C3947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604772" y="4576572"/>
            <a:ext cx="402336" cy="64008"/>
          </a:xfrm>
          <a:prstGeom prst="roundRect">
            <a:avLst>
              <a:gd name="adj" fmla="val 42857"/>
            </a:avLst>
          </a:prstGeom>
          <a:solidFill>
            <a:srgbClr val="2C3947"/>
          </a:solidFill>
          <a:ln/>
        </p:spPr>
      </p:sp>
      <p:sp>
        <p:nvSpPr>
          <p:cNvPr id="71" name="Text 68"/>
          <p:cNvSpPr/>
          <p:nvPr/>
        </p:nvSpPr>
        <p:spPr>
          <a:xfrm>
            <a:off x="640080" y="4754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 · BadgeBot</a:t>
            </a:r>
            <a:endParaRPr lang="en-US" sz="1250" dirty="0"/>
          </a:p>
        </p:txBody>
      </p:sp>
      <p:sp>
        <p:nvSpPr>
          <p:cNvPr id="72" name="Shape 69"/>
          <p:cNvSpPr/>
          <p:nvPr/>
        </p:nvSpPr>
        <p:spPr>
          <a:xfrm>
            <a:off x="2880360" y="3063240"/>
            <a:ext cx="1965960" cy="0"/>
          </a:xfrm>
          <a:prstGeom prst="line">
            <a:avLst/>
          </a:prstGeom>
          <a:noFill/>
          <a:ln w="3175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73" name="Text 70"/>
          <p:cNvSpPr/>
          <p:nvPr/>
        </p:nvSpPr>
        <p:spPr>
          <a:xfrm>
            <a:off x="251460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 HID over GATT</a:t>
            </a:r>
            <a:endParaRPr lang="en-US" sz="1300" dirty="0"/>
          </a:p>
        </p:txBody>
      </p:sp>
      <p:sp>
        <p:nvSpPr>
          <p:cNvPr id="74" name="Text 71"/>
          <p:cNvSpPr/>
          <p:nvPr/>
        </p:nvSpPr>
        <p:spPr>
          <a:xfrm>
            <a:off x="233172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NimBLE 自实现 · IDF 5.5 无官方例程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>
            <a:off x="5486400" y="1783080"/>
            <a:ext cx="2834640" cy="1920240"/>
          </a:xfrm>
          <a:prstGeom prst="roundRect">
            <a:avLst>
              <a:gd name="adj" fmla="val 3333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614416" y="1911096"/>
            <a:ext cx="2578608" cy="1536192"/>
          </a:xfrm>
          <a:prstGeom prst="rect">
            <a:avLst/>
          </a:prstGeom>
          <a:solidFill>
            <a:srgbClr val="04070B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614416" y="1911096"/>
            <a:ext cx="257860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DF3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演示翻页 ▶ PgDn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5257800" y="3703320"/>
            <a:ext cx="3291840" cy="146304"/>
          </a:xfrm>
          <a:prstGeom prst="roundRect">
            <a:avLst>
              <a:gd name="adj" fmla="val 37500"/>
            </a:avLst>
          </a:prstGeom>
          <a:solidFill>
            <a:srgbClr val="1F2A38"/>
          </a:solidFill>
          <a:ln/>
        </p:spPr>
      </p:sp>
      <p:sp>
        <p:nvSpPr>
          <p:cNvPr id="79" name="Text 76"/>
          <p:cNvSpPr/>
          <p:nvPr/>
        </p:nvSpPr>
        <p:spPr>
          <a:xfrm>
            <a:off x="539496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 · 无需装软件</a:t>
            </a:r>
            <a:endParaRPr lang="en-US" sz="1250" dirty="0"/>
          </a:p>
        </p:txBody>
      </p:sp>
      <p:sp>
        <p:nvSpPr>
          <p:cNvPr id="80" name="Shape 77"/>
          <p:cNvSpPr/>
          <p:nvPr/>
        </p:nvSpPr>
        <p:spPr>
          <a:xfrm>
            <a:off x="8869680" y="192024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869680" y="19202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上键 → PgUp / ←</a:t>
            </a:r>
            <a:endParaRPr lang="en-US" sz="1300" dirty="0"/>
          </a:p>
        </p:txBody>
      </p:sp>
      <p:sp>
        <p:nvSpPr>
          <p:cNvPr id="82" name="Shape 79"/>
          <p:cNvSpPr/>
          <p:nvPr/>
        </p:nvSpPr>
        <p:spPr>
          <a:xfrm>
            <a:off x="8869680" y="269748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869680" y="26974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下键 → PgDn / →</a:t>
            </a:r>
            <a:endParaRPr lang="en-US" sz="1300" dirty="0"/>
          </a:p>
        </p:txBody>
      </p:sp>
      <p:sp>
        <p:nvSpPr>
          <p:cNvPr id="84" name="Shape 81"/>
          <p:cNvSpPr/>
          <p:nvPr/>
        </p:nvSpPr>
        <p:spPr>
          <a:xfrm>
            <a:off x="8869680" y="34747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8869680" y="3474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PgUp/PgDn ↔ 方向键 · 可切换</a:t>
            </a:r>
            <a:endParaRPr lang="en-US" sz="1300" dirty="0"/>
          </a:p>
        </p:txBody>
      </p:sp>
      <p:sp>
        <p:nvSpPr>
          <p:cNvPr id="86" name="Text 83"/>
          <p:cNvSpPr/>
          <p:nvPr/>
        </p:nvSpPr>
        <p:spPr>
          <a:xfrm>
            <a:off x="640080" y="52578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配对一次，电脑开机自动重连，即拿即用</a:t>
            </a:r>
            <a:endParaRPr lang="en-US" sz="14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Wi-Fi 射频互斥：进翻页器自动挂起 Wi-Fi，释放 40KB 内存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05 · 提词器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讲稿进口袋，翻页零安装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1965960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96596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TXT 文件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2761488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76148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粘贴文本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557016"/>
            <a:ext cx="2057400" cy="566928"/>
          </a:xfrm>
          <a:prstGeom prst="roundRect">
            <a:avLst>
              <a:gd name="adj" fmla="val 9677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5570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 备注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2651760" y="3063240"/>
            <a:ext cx="5486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291840" y="1920240"/>
            <a:ext cx="2788920" cy="2286000"/>
          </a:xfrm>
          <a:prstGeom prst="roundRect">
            <a:avLst>
              <a:gd name="adj" fmla="val 28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2044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手机浏览器解析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3520440" y="26060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JS 解析 ZIP 目录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DecompressionStream 解压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零依赖 · 不联网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72200" y="3063240"/>
            <a:ext cx="5486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812280" y="1920240"/>
            <a:ext cx="2148840" cy="2286000"/>
          </a:xfrm>
          <a:prstGeom prst="roundRect">
            <a:avLst>
              <a:gd name="adj" fmla="val 2979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12280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徽章提词器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7040880" y="2606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一行 = 一段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12280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屏上滚动翻段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052560" y="3063240"/>
            <a:ext cx="5486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8915400" y="27249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▲▼ 联动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692640" y="1920240"/>
            <a:ext cx="2011680" cy="2286000"/>
          </a:xfrm>
          <a:prstGeom prst="roundRect">
            <a:avLst>
              <a:gd name="adj" fmla="val 3182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9264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电脑幻灯片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969264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同步翻页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969264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零电脑软件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40080" y="47091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联动模式 ▲▼：翻本地段落的同时，电脑幻灯片同步翻页</a:t>
            </a:r>
            <a:endParaRPr lang="en-US" sz="14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自动模式：按设定速度滚动，脱稿演讲不用低头</a:t>
            </a:r>
            <a:endParaRPr lang="en-US" sz="14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讲稿管理在配网门户：多稿保存，随时切换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06 · 语音输入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徽章即无线麦克风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738360" y="868680"/>
            <a:ext cx="1965960" cy="402336"/>
          </a:xfrm>
          <a:prstGeom prst="roundRect">
            <a:avLst>
              <a:gd name="adj" fmla="val 13636"/>
            </a:avLst>
          </a:prstGeom>
          <a:solidFill>
            <a:srgbClr val="1F2A38"/>
          </a:solidFill>
          <a:ln w="9525">
            <a:solidFill>
              <a:srgbClr val="6B54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38360" y="86868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v2-voice 开发中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2560320" cy="1371600"/>
          </a:xfrm>
          <a:prstGeom prst="roundRect">
            <a:avLst>
              <a:gd name="adj" fmla="val 4667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 · 按住说话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724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16kHz PCM 采集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46120" y="2514600"/>
            <a:ext cx="11430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3154680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边录边传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63240" y="2697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chunked HTTP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26280" y="1828800"/>
            <a:ext cx="2880360" cy="1371600"/>
          </a:xfrm>
          <a:prstGeom prst="roundRect">
            <a:avLst>
              <a:gd name="adj" fmla="val 4667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电脑后端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75488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tools/badge_voice.py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543800" y="2514600"/>
            <a:ext cx="5486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229600" y="182880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· 回显联调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229600" y="2359152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0" y="23591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兼容接口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229600" y="2889504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0" y="28895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faster-whisper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22960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三种识别引擎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3794760"/>
            <a:ext cx="11155680" cy="658368"/>
          </a:xfrm>
          <a:prstGeom prst="roundRect">
            <a:avLst>
              <a:gd name="adj" fmla="val 12500"/>
            </a:avLst>
          </a:prstGeom>
          <a:solidFill>
            <a:srgbClr val="151C26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379476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识别文字直接打进电脑当前输入位置 —— 中文可用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548640" y="4892040"/>
            <a:ext cx="5349240" cy="1143000"/>
          </a:xfrm>
          <a:prstGeom prst="roundRect">
            <a:avLst>
              <a:gd name="adj" fmla="val 56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5074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徽章侧不碰 TLS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822960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规避设备端 TLS 验签缺陷，加密与转发交给电脑后端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355080" y="4892040"/>
            <a:ext cx="5349240" cy="1143000"/>
          </a:xfrm>
          <a:prstGeom prst="roundRect">
            <a:avLst>
              <a:gd name="adj" fmla="val 560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29400" y="5074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徽章侧不碰蓝牙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629400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语音走 Wi-Fi 直连电脑，与翻页器互不抢占射频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07 · 配网门户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手机浏览器，配好一切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1691640"/>
            <a:ext cx="2971800" cy="1051560"/>
          </a:xfrm>
          <a:prstGeom prst="roundRect">
            <a:avLst>
              <a:gd name="adj" fmla="val 6087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856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徽章开启 SoftAP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68680" y="2221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随机热点名 · 随机密码（每次）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121408" y="2743200"/>
            <a:ext cx="0" cy="429768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40080" y="3172968"/>
            <a:ext cx="2971800" cy="1051560"/>
          </a:xfrm>
          <a:prstGeom prst="roundRect">
            <a:avLst>
              <a:gd name="adj" fmla="val 6087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DNS 劫持 + 302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6868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手机连上即弹出门户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21408" y="4224528"/>
            <a:ext cx="0" cy="429768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40080" y="4654296"/>
            <a:ext cx="2971800" cy="1051560"/>
          </a:xfrm>
          <a:prstGeom prst="roundRect">
            <a:avLst>
              <a:gd name="adj" fmla="val 6087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8188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手机浏览器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68680" y="5184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App · 无需驱动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43400" y="1554480"/>
            <a:ext cx="2377440" cy="4572000"/>
          </a:xfrm>
          <a:prstGeom prst="roundRect">
            <a:avLst>
              <a:gd name="adj" fmla="val 6923"/>
            </a:avLst>
          </a:prstGeom>
          <a:solidFill>
            <a:srgbClr val="151C26"/>
          </a:solidFill>
          <a:ln w="12700">
            <a:solidFill>
              <a:srgbClr val="2C394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26280" y="1828800"/>
            <a:ext cx="2011680" cy="4023360"/>
          </a:xfrm>
          <a:prstGeom prst="rect">
            <a:avLst/>
          </a:prstGeom>
          <a:solidFill>
            <a:srgbClr val="04070B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2628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配置门户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663440" y="237744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63440" y="23774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名片编辑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663440" y="315468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315468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二维码管理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663440" y="393192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63440" y="39319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头像裁剪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663440" y="47091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470916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提词稿管理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315200" y="1920240"/>
            <a:ext cx="4389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5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名片文字与头像：手机上编辑、裁剪、上传</a:t>
            </a:r>
            <a:endParaRPr lang="en-US" sz="1450" dirty="0"/>
          </a:p>
          <a:p>
            <a:pPr algn="l" marL="152400" indent="-152400">
              <a:spcAft>
                <a:spcPts val="15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四张二维码：文本生成或图片上传，即改即生效</a:t>
            </a:r>
            <a:endParaRPr lang="en-US" sz="1450" dirty="0"/>
          </a:p>
          <a:p>
            <a:pPr algn="l" marL="152400" indent="-152400">
              <a:spcAft>
                <a:spcPts val="15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提词稿管理：TXT / 粘贴 / PPTX 备注，多稿随切</a:t>
            </a:r>
            <a:endParaRPr lang="en-US" sz="1450" dirty="0"/>
          </a:p>
          <a:p>
            <a:pPr algn="l" marL="152400" indent="-152400">
              <a:spcAft>
                <a:spcPts val="15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门户内 180 秒窗口，可反复连接补配置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7315200" y="5897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配置期间热点保持开放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08 · 脉冲省电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每小时只醒 60 秒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520mAh 电池 · 按小时脉冲唤醒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503920" y="1417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≈1.7%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822960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射频活动占比 = 60s / 3600s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3703320"/>
            <a:ext cx="10515600" cy="0"/>
          </a:xfrm>
          <a:prstGeom prst="line">
            <a:avLst/>
          </a:prstGeom>
          <a:noFill/>
          <a:ln w="15875">
            <a:solidFill>
              <a:srgbClr val="2C39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小时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" y="3291840"/>
            <a:ext cx="548640" cy="8229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417320" y="3291840"/>
            <a:ext cx="2743200" cy="822960"/>
          </a:xfrm>
          <a:prstGeom prst="rect">
            <a:avLst/>
          </a:prstGeom>
          <a:solidFill>
            <a:srgbClr val="1F2A38"/>
          </a:solidFill>
          <a:ln/>
        </p:spPr>
      </p:sp>
      <p:sp>
        <p:nvSpPr>
          <p:cNvPr id="19" name="Text 16"/>
          <p:cNvSpPr/>
          <p:nvPr/>
        </p:nvSpPr>
        <p:spPr>
          <a:xfrm>
            <a:off x="1508760" y="3291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深度省电 · 屏幕按需点亮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34340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小时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343400" y="3291840"/>
            <a:ext cx="548640" cy="8229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Text 19"/>
          <p:cNvSpPr/>
          <p:nvPr/>
        </p:nvSpPr>
        <p:spPr>
          <a:xfrm>
            <a:off x="4206240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937760" y="3291840"/>
            <a:ext cx="2743200" cy="822960"/>
          </a:xfrm>
          <a:prstGeom prst="rect">
            <a:avLst/>
          </a:prstGeom>
          <a:solidFill>
            <a:srgbClr val="1F2A38"/>
          </a:solidFill>
          <a:ln/>
        </p:spPr>
      </p:sp>
      <p:sp>
        <p:nvSpPr>
          <p:cNvPr id="24" name="Text 21"/>
          <p:cNvSpPr/>
          <p:nvPr/>
        </p:nvSpPr>
        <p:spPr>
          <a:xfrm>
            <a:off x="786384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小时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863840" y="3291840"/>
            <a:ext cx="548640" cy="8229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Text 23"/>
          <p:cNvSpPr/>
          <p:nvPr/>
        </p:nvSpPr>
        <p:spPr>
          <a:xfrm>
            <a:off x="7726680" y="4160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458200" y="3291840"/>
            <a:ext cx="2743200" cy="822960"/>
          </a:xfrm>
          <a:prstGeom prst="rect">
            <a:avLst/>
          </a:prstGeom>
          <a:solidFill>
            <a:srgbClr val="1F2A38"/>
          </a:solidFill>
          <a:ln/>
        </p:spPr>
      </p:sp>
      <p:sp>
        <p:nvSpPr>
          <p:cNvPr id="28" name="Shape 25"/>
          <p:cNvSpPr/>
          <p:nvPr/>
        </p:nvSpPr>
        <p:spPr>
          <a:xfrm>
            <a:off x="822960" y="2432304"/>
            <a:ext cx="128016" cy="12801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9" name="Text 26"/>
          <p:cNvSpPr/>
          <p:nvPr/>
        </p:nvSpPr>
        <p:spPr>
          <a:xfrm>
            <a:off x="1042416" y="23591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活动窗口内：校时 + 数据同步一次完成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40080" y="48006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Wi-Fi 每小时连接 60 秒，完成校时与同步</a:t>
            </a:r>
            <a:endParaRPr lang="en-US" sz="14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其余时间深度省电，整天佩戴无续航焦虑</a:t>
            </a:r>
            <a:endParaRPr lang="en-US" sz="14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慢操作全部在 worker 任务，UI 线程轻载不卡顿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示意图：实际占空比以固件配置为准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01 · 射频互斥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一根天线，两个世界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794760" y="1417320"/>
            <a:ext cx="4572000" cy="731520"/>
          </a:xfrm>
          <a:prstGeom prst="roundRect">
            <a:avLst>
              <a:gd name="adj" fmla="val 8750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94760" y="1417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页面状态机（应用层）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80760" y="2148840"/>
            <a:ext cx="0" cy="41148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794760" y="2606040"/>
            <a:ext cx="4572000" cy="822960"/>
          </a:xfrm>
          <a:prstGeom prst="roundRect">
            <a:avLst>
              <a:gd name="adj" fmla="val 7778"/>
            </a:avLst>
          </a:prstGeom>
          <a:solidFill>
            <a:srgbClr val="151C26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94760" y="2606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射频仲裁器 · 互斥锁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 flipH="1">
            <a:off x="2834640" y="3429000"/>
            <a:ext cx="2103120" cy="68580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223760" y="3429000"/>
            <a:ext cx="2103120" cy="68580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22960" y="4206240"/>
            <a:ext cx="4663440" cy="1371600"/>
          </a:xfrm>
          <a:prstGeom prst="roundRect">
            <a:avLst>
              <a:gd name="adj" fmla="val 4667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4407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NimBLE 蓝牙栈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97280" y="47914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HID 翻页器 · 无线麦克风按键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675120" y="4206240"/>
            <a:ext cx="4663440" cy="1371600"/>
          </a:xfrm>
          <a:prstGeom prst="roundRect">
            <a:avLst>
              <a:gd name="adj" fmla="val 4667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0" y="4407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Wi-Fi 协议栈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49440" y="47914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配网门户 · 语音直传 · 校时同步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922776" y="5687568"/>
            <a:ext cx="4343400" cy="457200"/>
          </a:xfrm>
          <a:prstGeom prst="roundRect">
            <a:avLst>
              <a:gd name="adj" fmla="val 12000"/>
            </a:avLst>
          </a:prstGeom>
          <a:solidFill>
            <a:srgbClr val="1F2A38"/>
          </a:solidFill>
          <a:ln w="9525">
            <a:solidFill>
              <a:srgbClr val="6B541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22776" y="56875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同一时刻，仅一路占用射频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549640" y="1463040"/>
            <a:ext cx="3154680" cy="731520"/>
          </a:xfrm>
          <a:prstGeom prst="roundRect">
            <a:avLst>
              <a:gd name="adj" fmla="val 7500"/>
            </a:avLst>
          </a:prstGeom>
          <a:solidFill>
            <a:srgbClr val="1F2A38"/>
          </a:solidFill>
          <a:ln w="9525">
            <a:solidFill>
              <a:srgbClr val="256B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49640" y="1463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进翻页器 → 挂起 Wi-Fi → 释放 40KB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22960" y="6291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ESP32-C3：蓝牙与 Wi-Fi 共享射频，互斥是确定性的前提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02 · 内存纪律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PSRAM 的日子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459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400KB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64008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片上 SRAM 总预算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108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PSRAM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4008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所有缓冲精打细算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434840"/>
            <a:ext cx="6126480" cy="566928"/>
          </a:xfrm>
          <a:prstGeom prst="roundRect">
            <a:avLst>
              <a:gd name="adj" fmla="val 11290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3560" y="4434840"/>
            <a:ext cx="1143000" cy="566928"/>
          </a:xfrm>
          <a:prstGeom prst="roundRect">
            <a:avLst>
              <a:gd name="adj" fmla="val 11290"/>
            </a:avLst>
          </a:prstGeom>
          <a:solidFill>
            <a:srgbClr val="4ADE8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常驻：固件 + LVGL + 业务堆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74920" y="5120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40KB 可释放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0080" y="54406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进入翻页器挂起 Wi-Fi 即刻释放（占比示意）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15200" y="1554480"/>
            <a:ext cx="4389120" cy="1444752"/>
          </a:xfrm>
          <a:prstGeom prst="roundRect">
            <a:avLst>
              <a:gd name="adj" fmla="val 443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0" y="1719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58952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慢操作不进 UI 线程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589520" y="23957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 · 存储 · 网络全部在 worker 任务执行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0" y="3182112"/>
            <a:ext cx="4389120" cy="1444752"/>
          </a:xfrm>
          <a:prstGeom prst="roundRect">
            <a:avLst>
              <a:gd name="adj" fmla="val 443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9520" y="334670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58952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LVGL 全局互斥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589520" y="40233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跨任务访问 UI 一律先取 bsp_lvgl_lock()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315200" y="4809744"/>
            <a:ext cx="4389120" cy="1444752"/>
          </a:xfrm>
          <a:prstGeom prst="roundRect">
            <a:avLst>
              <a:gd name="adj" fmla="val 4430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9520" y="497433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589520" y="5285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纯逻辑主机测试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589520" y="56509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状态机与协议不依赖 IDF / LVGL，C11 直编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03 · 配网时序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 秒窗口的确定性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28800" y="1417320"/>
            <a:ext cx="2194560" cy="502920"/>
          </a:xfrm>
          <a:prstGeom prst="roundRect">
            <a:avLst>
              <a:gd name="adj" fmla="val 12727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0" y="1417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229600" y="141732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手机浏览器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2926080" y="1920240"/>
            <a:ext cx="0" cy="3794760"/>
          </a:xfrm>
          <a:prstGeom prst="line">
            <a:avLst/>
          </a:prstGeom>
          <a:noFill/>
          <a:ln w="12700">
            <a:solidFill>
              <a:srgbClr val="2C3947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9418320" y="1920240"/>
            <a:ext cx="0" cy="3794760"/>
          </a:xfrm>
          <a:prstGeom prst="line">
            <a:avLst/>
          </a:prstGeom>
          <a:noFill/>
          <a:ln w="12700">
            <a:solidFill>
              <a:srgbClr val="2C3947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2560320" y="19385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开启 SoftAP（随机热点名 / 密码）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926080" y="2286000"/>
            <a:ext cx="64922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2560320" y="26700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DNS 劫持 + 302 · 强制弹出门户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926080" y="3017520"/>
            <a:ext cx="64922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2560320" y="34015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门户内编辑：名片 / 二维码 / 头像 / 讲稿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 flipH="1">
            <a:off x="2926080" y="3749040"/>
            <a:ext cx="64922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2560320" y="41330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保存并退出门户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 flipH="1">
            <a:off x="2926080" y="4480560"/>
            <a:ext cx="64922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554480" y="489204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1F2A38"/>
          </a:solidFill>
          <a:ln w="9525">
            <a:solidFill>
              <a:srgbClr val="256B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54480" y="4892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退出 → 时钟即时同步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40080" y="5989320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59893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180s 窗口内可反复连接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343400" y="5989320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43400" y="59893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配置期间热点保持开放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046720" y="5989320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46720" y="59893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App · 无需外网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· 质量与发布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从提交到发布，全程门禁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69164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代码提交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02336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功能分支迭代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42032" y="18745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0" y="169164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0" y="169164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静态门禁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2688336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仓库检查 + 主机测试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28032" y="18745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0" y="169164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0" y="169164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固件门禁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974336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ESP-IDF 构建 + 镜像校验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114032" y="18745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315200" y="169164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F2A38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0" y="169164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全量门禁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260336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完整交付检查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400032" y="18745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601200" y="169164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151C26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01200" y="169164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 Tag 发布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546336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Actions 自动 Release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3520440"/>
            <a:ext cx="3602736" cy="2514600"/>
          </a:xfrm>
          <a:prstGeom prst="roundRect">
            <a:avLst>
              <a:gd name="adj" fmla="val 2545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3152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主机测试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731520" y="4617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纯逻辑模块 C11 直编：状态机 · 协议 · 布局计算与 ESP-IDF、LVGL 完全解耦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4288536" y="3520440"/>
            <a:ext cx="3602736" cy="2514600"/>
          </a:xfrm>
          <a:prstGeom prst="roundRect">
            <a:avLst>
              <a:gd name="adj" fmla="val 2545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62856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562856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分区契约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4562856" y="4617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3MB 应用上限 + cardid@0x356000，受保护布局与官方模板保持兼容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119872" y="3520440"/>
            <a:ext cx="3602736" cy="2514600"/>
          </a:xfrm>
          <a:prstGeom prst="roundRect">
            <a:avLst>
              <a:gd name="adj" fmla="val 2545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394192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394192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发布产物</a:t>
            </a:r>
            <a:endParaRPr lang="en-US" sz="1650" dirty="0"/>
          </a:p>
        </p:txBody>
      </p:sp>
      <p:sp>
        <p:nvSpPr>
          <p:cNvPr id="41" name="Text 38"/>
          <p:cNvSpPr/>
          <p:nvPr/>
        </p:nvSpPr>
        <p:spPr>
          <a:xfrm>
            <a:off x="8394192" y="46177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 tag 自动构建，Release 附完整固件与合并镜像，开箱可刷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45720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GB2312 一级汉字 · 1bpp 自制点阵字体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PARTNERSHIP · 合作价值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为什么值得一起推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554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致：FoloToy 官方团队 · 开发板厂商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148840"/>
            <a:ext cx="2615184" cy="3291840"/>
          </a:xfrm>
          <a:prstGeom prst="roundRect">
            <a:avLst>
              <a:gd name="adj" fmla="val 2448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232" y="2834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拉长佩戴时长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3232" y="361188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名片常亮 + 宠物养成，从「演示品」变成「每天想戴的伙伴」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346704" y="2148840"/>
            <a:ext cx="2615184" cy="3291840"/>
          </a:xfrm>
          <a:prstGeom prst="roundRect">
            <a:avLst>
              <a:gd name="adj" fmla="val 2448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02736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602736" y="2834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现成差异化卖点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02736" y="361188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翻页器 · 提词器 · 无线麦克风，演示自带完整故事线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36208" y="2148840"/>
            <a:ext cx="2615184" cy="3291840"/>
          </a:xfrm>
          <a:prstGeom prst="roundRect">
            <a:avLst>
              <a:gd name="adj" fmla="val 2448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92240" y="2834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零成本兼容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92240" y="361188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遵守受保护分区契约：不越 3MB 上限，不碰 cardid 区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9125712" y="2148840"/>
            <a:ext cx="2615184" cy="3291840"/>
          </a:xfrm>
          <a:prstGeom prst="roundRect">
            <a:avLst>
              <a:gd name="adj" fmla="val 2448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81744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381744" y="2834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开源社区引擎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81744" y="361188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名片模板 · 宠物皮肤 · 玩法扩展，社区为产品续写剧本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" y="58978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期望的合作：联合推流 · 开发者激励 · 量产板型适配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" cy="137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37490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 · 路线图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已经发布，正在加速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Shape 4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8" name="Text 6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7080" y="64922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3520440"/>
            <a:ext cx="10332720" cy="0"/>
          </a:xfrm>
          <a:prstGeom prst="line">
            <a:avLst/>
          </a:prstGeom>
          <a:noFill/>
          <a:ln w="19050">
            <a:solidFill>
              <a:srgbClr val="2C394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26464" y="3392424"/>
            <a:ext cx="256032" cy="256032"/>
          </a:xfrm>
          <a:prstGeom prst="rect">
            <a:avLst/>
          </a:prstGeom>
          <a:solidFill>
            <a:srgbClr val="4ADE8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2880" y="1828800"/>
            <a:ext cx="2743200" cy="1234440"/>
          </a:xfrm>
          <a:prstGeom prst="roundRect">
            <a:avLst>
              <a:gd name="adj" fmla="val 5185"/>
            </a:avLst>
          </a:prstGeom>
          <a:solidFill>
            <a:srgbClr val="151C26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19933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已发布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5760" y="2377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名片 · 宠物 · 翻页器 · 提词器 · 门户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554480" y="3063240"/>
            <a:ext cx="0" cy="320040"/>
          </a:xfrm>
          <a:prstGeom prst="line">
            <a:avLst/>
          </a:prstGeom>
          <a:noFill/>
          <a:ln w="12700">
            <a:solidFill>
              <a:srgbClr val="2C39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43984" y="3392424"/>
            <a:ext cx="256032" cy="256032"/>
          </a:xfrm>
          <a:prstGeom prst="rect">
            <a:avLst/>
          </a:prstGeom>
          <a:solidFill>
            <a:srgbClr val="FBBF24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3977640"/>
            <a:ext cx="2743200" cy="1234440"/>
          </a:xfrm>
          <a:prstGeom prst="roundRect">
            <a:avLst>
              <a:gd name="adj" fmla="val 5185"/>
            </a:avLst>
          </a:prstGeom>
          <a:solidFill>
            <a:srgbClr val="151C26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83280" y="41422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v2-voice · 开发中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383280" y="4526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语音输入：徽章变无线麦克风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0" y="3657600"/>
            <a:ext cx="0" cy="320040"/>
          </a:xfrm>
          <a:prstGeom prst="line">
            <a:avLst/>
          </a:prstGeom>
          <a:noFill/>
          <a:ln w="12700">
            <a:solidFill>
              <a:srgbClr val="2C394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61504" y="3392424"/>
            <a:ext cx="256032" cy="256032"/>
          </a:xfrm>
          <a:prstGeom prst="rect">
            <a:avLst/>
          </a:prstGeom>
          <a:solidFill>
            <a:srgbClr val="0B0F14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17920" y="1828800"/>
            <a:ext cx="2743200" cy="1234440"/>
          </a:xfrm>
          <a:prstGeom prst="roundRect">
            <a:avLst>
              <a:gd name="adj" fmla="val 5185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19933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 V1 直连 · 规划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0" y="2377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识别上云，摆脱电脑后端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89520" y="3063240"/>
            <a:ext cx="0" cy="320040"/>
          </a:xfrm>
          <a:prstGeom prst="line">
            <a:avLst/>
          </a:prstGeom>
          <a:noFill/>
          <a:ln w="12700">
            <a:solidFill>
              <a:srgbClr val="2C394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479024" y="3392424"/>
            <a:ext cx="256032" cy="256032"/>
          </a:xfrm>
          <a:prstGeom prst="rect">
            <a:avLst/>
          </a:prstGeom>
          <a:solidFill>
            <a:srgbClr val="0B0F14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235440" y="3977640"/>
            <a:ext cx="2743200" cy="1234440"/>
          </a:xfrm>
          <a:prstGeom prst="roundRect">
            <a:avLst>
              <a:gd name="adj" fmla="val 5185"/>
            </a:avLst>
          </a:prstGeom>
          <a:solidFill>
            <a:srgbClr val="151C26"/>
          </a:solidFill>
          <a:ln w="9525">
            <a:solidFill>
              <a:srgbClr val="2C394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18320" y="41422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生态与量产 · 展望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418320" y="4526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模板皮肤共创 · 更多板型适配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607040" y="3657600"/>
            <a:ext cx="0" cy="320040"/>
          </a:xfrm>
          <a:prstGeom prst="line">
            <a:avLst/>
          </a:prstGeom>
          <a:noFill/>
          <a:ln w="12700">
            <a:solidFill>
              <a:srgbClr val="2C394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58064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7D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功能全集已可用 · v2-voice 分支开放共建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10928" y="466344"/>
            <a:ext cx="100584" cy="10058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Shape 1"/>
          <p:cNvSpPr/>
          <p:nvPr/>
        </p:nvSpPr>
        <p:spPr>
          <a:xfrm>
            <a:off x="9866376" y="466344"/>
            <a:ext cx="100584" cy="100584"/>
          </a:xfrm>
          <a:prstGeom prst="rect">
            <a:avLst/>
          </a:prstGeom>
          <a:solidFill>
            <a:srgbClr val="256B45"/>
          </a:solidFill>
          <a:ln/>
        </p:spPr>
      </p:sp>
      <p:sp>
        <p:nvSpPr>
          <p:cNvPr id="4" name="Shape 2"/>
          <p:cNvSpPr/>
          <p:nvPr/>
        </p:nvSpPr>
        <p:spPr>
          <a:xfrm>
            <a:off x="10021824" y="466344"/>
            <a:ext cx="100584" cy="100584"/>
          </a:xfrm>
          <a:prstGeom prst="rect">
            <a:avLst/>
          </a:prstGeom>
          <a:solidFill>
            <a:srgbClr val="2C3947"/>
          </a:solidFill>
          <a:ln/>
        </p:spPr>
      </p:sp>
      <p:sp>
        <p:nvSpPr>
          <p:cNvPr id="5" name="Text 3"/>
          <p:cNvSpPr/>
          <p:nvPr/>
        </p:nvSpPr>
        <p:spPr>
          <a:xfrm>
            <a:off x="10222992" y="384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5F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BADGEBOT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41898" y="960120"/>
            <a:ext cx="96744" cy="9674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6041898" y="1065276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8" name="Shape 6"/>
          <p:cNvSpPr/>
          <p:nvPr/>
        </p:nvSpPr>
        <p:spPr>
          <a:xfrm>
            <a:off x="5726430" y="1170432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9" name="Shape 7"/>
          <p:cNvSpPr/>
          <p:nvPr/>
        </p:nvSpPr>
        <p:spPr>
          <a:xfrm>
            <a:off x="5831586" y="1170432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0" name="Shape 8"/>
          <p:cNvSpPr/>
          <p:nvPr/>
        </p:nvSpPr>
        <p:spPr>
          <a:xfrm>
            <a:off x="5936742" y="1170432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1" name="Shape 9"/>
          <p:cNvSpPr/>
          <p:nvPr/>
        </p:nvSpPr>
        <p:spPr>
          <a:xfrm>
            <a:off x="6041898" y="1170432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47054" y="1170432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52210" y="1170432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7366" y="1170432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621274" y="1275588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62522" y="1275588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5621274" y="1380744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18" name="Shape 16"/>
          <p:cNvSpPr/>
          <p:nvPr/>
        </p:nvSpPr>
        <p:spPr>
          <a:xfrm>
            <a:off x="5831586" y="1380744"/>
            <a:ext cx="96744" cy="967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36742" y="1380744"/>
            <a:ext cx="96744" cy="967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47054" y="1380744"/>
            <a:ext cx="96744" cy="967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2210" y="1380744"/>
            <a:ext cx="96744" cy="967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2" name="Shape 20"/>
          <p:cNvSpPr/>
          <p:nvPr/>
        </p:nvSpPr>
        <p:spPr>
          <a:xfrm>
            <a:off x="6462522" y="1380744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3" name="Shape 21"/>
          <p:cNvSpPr/>
          <p:nvPr/>
        </p:nvSpPr>
        <p:spPr>
          <a:xfrm>
            <a:off x="5621274" y="1485900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831586" y="1485900"/>
            <a:ext cx="96744" cy="967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36742" y="1485900"/>
            <a:ext cx="96744" cy="967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Shape 24"/>
          <p:cNvSpPr/>
          <p:nvPr/>
        </p:nvSpPr>
        <p:spPr>
          <a:xfrm>
            <a:off x="6147054" y="1485900"/>
            <a:ext cx="96744" cy="967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7" name="Shape 25"/>
          <p:cNvSpPr/>
          <p:nvPr/>
        </p:nvSpPr>
        <p:spPr>
          <a:xfrm>
            <a:off x="6252210" y="1485900"/>
            <a:ext cx="96744" cy="967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8" name="Shape 26"/>
          <p:cNvSpPr/>
          <p:nvPr/>
        </p:nvSpPr>
        <p:spPr>
          <a:xfrm>
            <a:off x="6462522" y="1485900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29" name="Shape 27"/>
          <p:cNvSpPr/>
          <p:nvPr/>
        </p:nvSpPr>
        <p:spPr>
          <a:xfrm>
            <a:off x="5621274" y="1591056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2522" y="1591056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1" name="Shape 29"/>
          <p:cNvSpPr/>
          <p:nvPr/>
        </p:nvSpPr>
        <p:spPr>
          <a:xfrm>
            <a:off x="5621274" y="1696212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2" name="Shape 30"/>
          <p:cNvSpPr/>
          <p:nvPr/>
        </p:nvSpPr>
        <p:spPr>
          <a:xfrm>
            <a:off x="5936742" y="1696212"/>
            <a:ext cx="96744" cy="967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3" name="Shape 31"/>
          <p:cNvSpPr/>
          <p:nvPr/>
        </p:nvSpPr>
        <p:spPr>
          <a:xfrm>
            <a:off x="6041898" y="1696212"/>
            <a:ext cx="96744" cy="967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4" name="Shape 32"/>
          <p:cNvSpPr/>
          <p:nvPr/>
        </p:nvSpPr>
        <p:spPr>
          <a:xfrm>
            <a:off x="6147054" y="1696212"/>
            <a:ext cx="96744" cy="9674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5" name="Shape 33"/>
          <p:cNvSpPr/>
          <p:nvPr/>
        </p:nvSpPr>
        <p:spPr>
          <a:xfrm>
            <a:off x="6462522" y="1696212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6" name="Shape 34"/>
          <p:cNvSpPr/>
          <p:nvPr/>
        </p:nvSpPr>
        <p:spPr>
          <a:xfrm>
            <a:off x="5621274" y="1801368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7" name="Shape 35"/>
          <p:cNvSpPr/>
          <p:nvPr/>
        </p:nvSpPr>
        <p:spPr>
          <a:xfrm>
            <a:off x="6462522" y="1801368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8" name="Shape 36"/>
          <p:cNvSpPr/>
          <p:nvPr/>
        </p:nvSpPr>
        <p:spPr>
          <a:xfrm>
            <a:off x="5726430" y="1906524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39" name="Shape 37"/>
          <p:cNvSpPr/>
          <p:nvPr/>
        </p:nvSpPr>
        <p:spPr>
          <a:xfrm>
            <a:off x="5831586" y="1906524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0" name="Shape 38"/>
          <p:cNvSpPr/>
          <p:nvPr/>
        </p:nvSpPr>
        <p:spPr>
          <a:xfrm>
            <a:off x="5936742" y="1906524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1" name="Shape 39"/>
          <p:cNvSpPr/>
          <p:nvPr/>
        </p:nvSpPr>
        <p:spPr>
          <a:xfrm>
            <a:off x="6041898" y="1906524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2" name="Shape 40"/>
          <p:cNvSpPr/>
          <p:nvPr/>
        </p:nvSpPr>
        <p:spPr>
          <a:xfrm>
            <a:off x="6147054" y="1906524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3" name="Shape 41"/>
          <p:cNvSpPr/>
          <p:nvPr/>
        </p:nvSpPr>
        <p:spPr>
          <a:xfrm>
            <a:off x="6252210" y="1906524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4" name="Shape 42"/>
          <p:cNvSpPr/>
          <p:nvPr/>
        </p:nvSpPr>
        <p:spPr>
          <a:xfrm>
            <a:off x="6357366" y="1906524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5" name="Shape 43"/>
          <p:cNvSpPr/>
          <p:nvPr/>
        </p:nvSpPr>
        <p:spPr>
          <a:xfrm>
            <a:off x="5831586" y="2011680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6" name="Shape 44"/>
          <p:cNvSpPr/>
          <p:nvPr/>
        </p:nvSpPr>
        <p:spPr>
          <a:xfrm>
            <a:off x="6252210" y="2011680"/>
            <a:ext cx="96744" cy="96744"/>
          </a:xfrm>
          <a:prstGeom prst="rect">
            <a:avLst/>
          </a:prstGeom>
          <a:solidFill>
            <a:srgbClr val="EDF3F6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3774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F3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徽章，</a:t>
            </a:r>
            <a:endParaRPr lang="en-US" sz="4400" dirty="0"/>
          </a:p>
        </p:txBody>
      </p:sp>
      <p:sp>
        <p:nvSpPr>
          <p:cNvPr id="48" name="Text 46"/>
          <p:cNvSpPr/>
          <p:nvPr/>
        </p:nvSpPr>
        <p:spPr>
          <a:xfrm>
            <a:off x="457200" y="320040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成为每天想戴的伙伴。</a:t>
            </a:r>
            <a:endParaRPr lang="en-US" sz="4400" dirty="0"/>
          </a:p>
        </p:txBody>
      </p:sp>
      <p:sp>
        <p:nvSpPr>
          <p:cNvPr id="49" name="Text 47"/>
          <p:cNvSpPr/>
          <p:nvPr/>
        </p:nvSpPr>
        <p:spPr>
          <a:xfrm>
            <a:off x="457200" y="44348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DF3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github.com/YeShanBoYun-Studio/BadgeBot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57200" y="4892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3A6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 folotoy/ai-passport · v1.0.0 已发布 · v2-voice 开发中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457200" y="58064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期待与官方团队和板卡厂商同行 · 现场可体验翻页器 / 提词器 / 语音输入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BadgeBot 合作推介</dc:title>
  <dc:subject>PptxGenJS Presentation</dc:subject>
  <dc:creator>YeShanBoYun Studio</dc:creator>
  <cp:lastModifiedBy>YeShanBoYun Studio</cp:lastModifiedBy>
  <cp:revision>1</cp:revision>
  <dcterms:created xsi:type="dcterms:W3CDTF">2026-09-12T09:23:40Z</dcterms:created>
  <dcterms:modified xsi:type="dcterms:W3CDTF">2026-09-12T09:23:40Z</dcterms:modified>
</cp:coreProperties>
</file>